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A78D-4793-4B4D-D175-A9EEA292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D65C3-DA9B-DE79-40F0-BCCA6C91D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6DF1-0C83-DB8E-8066-CFEE7875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41437-208B-9A79-C042-7BEDB0DB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D0D3E-1E6F-3307-38ED-0F5B03E8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86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7EF1-6E3A-A365-79D3-74CEBD0E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D704-D6F7-B240-070D-EFB4E1573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4037-5424-818E-F396-0421D734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0AF31-3213-65A7-4C84-440E9386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9A5B7-1903-529F-ADF9-DF195EAB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1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2E92-56BB-4029-6514-7F5D889D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27ED8-4FC3-CC7B-BF29-265F3B20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0C15D-E2EA-460F-5723-DAD6186E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4E28E-38E7-2620-9D0C-38274F38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0196-8B6D-1D2D-2B1C-4F46880B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0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B4F3-E97D-276B-2115-87D61356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4954-4BC7-4F65-969D-BD9117E43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5D430-F78F-8585-2913-242287483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EEDF5-9ABF-81F0-4AF2-A8EF5D8C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9D626-127A-393C-5DA2-458E32B4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92A37-54B9-1FAD-799A-5428395C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38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10B5-7618-80A4-D4D8-80335378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E6B73-7A7D-E777-7936-EB8F7F7B2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B1D83-971C-4A9E-311C-973C6EE7C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08338-6B30-A9FC-29A8-6DD9A8F05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5B79F-B2E0-8A93-D075-9E3902338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36FD97-76BA-C976-620E-1A7B3E8A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AE9B8-252A-7D9D-A27C-7540DA82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A2AE2-BB11-DA64-E30F-6D1D0C78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81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A9C7-B89D-0BE0-D134-A7B1D839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3FA003-24EF-C84E-2748-07E830C0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36798-D3F8-EA55-1849-33AED19C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58935-CFDE-8198-B4F6-D5F94A30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5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06AFF-403F-CF78-1295-A24603B6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3B2DD-DCBB-52E9-D678-8570BA8A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EA197-2110-7E82-5AAB-5AA76515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7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E348-BAFA-2E29-CC51-E490D7F8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88FB-8829-7941-6C02-AB214C69D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341E4-4CB3-6158-8A58-A3CCE4D9D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2EDE1-3048-2D25-F26B-D5CE1CAB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E3C80-EB1F-9E3C-0CAA-7B043A8B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9221A-09B1-08C5-02A8-79A412C4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9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3760-F5EB-39D8-A0AA-4CFCF6DB5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859B5-B392-A859-BE55-EA2823016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D5F0E-D225-81ED-FA09-A66A9717B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18BE5-A7FF-4332-353D-75608081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C689D-8873-6D25-9C17-385766EA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A777B-B389-FE9E-4582-733C1076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09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0963-2C11-B332-F101-B256554C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A041-7FA7-FC7E-1CF4-1AB89031C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58354-B10A-D9ED-2F0D-B291FBE2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21D70-A207-04AD-F103-07A59775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AFE28-1FC1-B067-090F-029B3735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2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EE5B4-68D9-FA35-545E-BF86B331C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92FEE-0ACA-3A15-BE91-143050B25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2024D-303E-F530-E5CC-EDD5A639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6AA66-CF86-CEF4-15C3-BDF352FC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C59BF-A563-25C5-FEF5-D804EA45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80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ACFE3-3F7F-2F59-D8FF-69D84323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049A-3835-F909-7FAD-420F4CFB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8B934-2001-48F5-3DE8-62D4E85A0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1F1EF-002B-4096-B8FE-3EF0ECE081D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E766-49B1-6AE4-2ABD-D0E50CB76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B94A8-FEE5-1D93-49A6-6E201D192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8FD39-BEDB-4E52-B4F9-89E5165CF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22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8AAD-1191-BB3D-BBC4-B7450DC77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CDEF1-28F6-0D93-77A0-04A906DE42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3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B0AD-EA9A-B447-9C6C-781875D9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5F85-688C-023C-6BD6-2C49BB06E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96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9420-2F4A-50ED-3B0F-943FD0FC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1743E-5343-E154-E651-C069B5472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2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C04D-71D0-3E0F-F89D-70EEB062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2840-8FD9-0C66-1FF7-C9C89DCD0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39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18A5-1991-C335-0060-9E14FC849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66A3-CC8F-8FA1-8F89-6C067FEF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18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Kulkarni</dc:creator>
  <cp:lastModifiedBy>Rahul Kulkarni</cp:lastModifiedBy>
  <cp:revision>2</cp:revision>
  <dcterms:created xsi:type="dcterms:W3CDTF">2026-08-26T04:39:49Z</dcterms:created>
  <dcterms:modified xsi:type="dcterms:W3CDTF">2026-08-26T04:41:47Z</dcterms:modified>
</cp:coreProperties>
</file>