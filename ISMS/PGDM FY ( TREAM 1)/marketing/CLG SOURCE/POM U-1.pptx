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58" r:id="rId4"/>
    <p:sldId id="321" r:id="rId5"/>
    <p:sldId id="322" r:id="rId6"/>
    <p:sldId id="375" r:id="rId7"/>
    <p:sldId id="376" r:id="rId8"/>
    <p:sldId id="398" r:id="rId9"/>
    <p:sldId id="323" r:id="rId10"/>
    <p:sldId id="324" r:id="rId11"/>
    <p:sldId id="325" r:id="rId12"/>
    <p:sldId id="326" r:id="rId13"/>
    <p:sldId id="327" r:id="rId14"/>
    <p:sldId id="328" r:id="rId15"/>
    <p:sldId id="384" r:id="rId16"/>
    <p:sldId id="383" r:id="rId17"/>
    <p:sldId id="348" r:id="rId18"/>
    <p:sldId id="349" r:id="rId19"/>
    <p:sldId id="399" r:id="rId20"/>
    <p:sldId id="336" r:id="rId21"/>
    <p:sldId id="337" r:id="rId22"/>
    <p:sldId id="338" r:id="rId23"/>
    <p:sldId id="369" r:id="rId24"/>
    <p:sldId id="385" r:id="rId25"/>
    <p:sldId id="286" r:id="rId26"/>
    <p:sldId id="288" r:id="rId27"/>
    <p:sldId id="396" r:id="rId28"/>
    <p:sldId id="397" r:id="rId29"/>
    <p:sldId id="386" r:id="rId30"/>
    <p:sldId id="394" r:id="rId31"/>
    <p:sldId id="395" r:id="rId32"/>
    <p:sldId id="388" r:id="rId33"/>
    <p:sldId id="389" r:id="rId34"/>
    <p:sldId id="401" r:id="rId35"/>
    <p:sldId id="390" r:id="rId36"/>
    <p:sldId id="402" r:id="rId37"/>
    <p:sldId id="404" r:id="rId38"/>
    <p:sldId id="405" r:id="rId39"/>
    <p:sldId id="406" r:id="rId40"/>
    <p:sldId id="407" r:id="rId41"/>
    <p:sldId id="408" r:id="rId42"/>
    <p:sldId id="409" r:id="rId43"/>
    <p:sldId id="410" r:id="rId44"/>
    <p:sldId id="411" r:id="rId45"/>
    <p:sldId id="412" r:id="rId46"/>
    <p:sldId id="403" r:id="rId47"/>
    <p:sldId id="413" r:id="rId48"/>
    <p:sldId id="414" r:id="rId49"/>
    <p:sldId id="391" r:id="rId50"/>
    <p:sldId id="392" r:id="rId51"/>
    <p:sldId id="400"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1CEC81-2799-459E-8099-AA1F52149397}" v="21" dt="2026-07-27T08:35:59.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Shirke" userId="2c519926-dfa0-4ad0-a271-27956c61b255" providerId="ADAL" clId="{1D4DCA73-618C-4859-B4FE-346B490E0918}"/>
    <pc:docChg chg="undo custSel addSld delSld modSld sldOrd">
      <pc:chgData name="Deepak Shirke" userId="2c519926-dfa0-4ad0-a271-27956c61b255" providerId="ADAL" clId="{1D4DCA73-618C-4859-B4FE-346B490E0918}" dt="2026-07-27T08:35:59.432" v="314"/>
      <pc:docMkLst>
        <pc:docMk/>
      </pc:docMkLst>
      <pc:sldChg chg="modSp add mod">
        <pc:chgData name="Deepak Shirke" userId="2c519926-dfa0-4ad0-a271-27956c61b255" providerId="ADAL" clId="{1D4DCA73-618C-4859-B4FE-346B490E0918}" dt="2026-07-27T08:29:04.063" v="216" actId="1076"/>
        <pc:sldMkLst>
          <pc:docMk/>
          <pc:sldMk cId="1294409886" sldId="257"/>
        </pc:sldMkLst>
        <pc:spChg chg="mod">
          <ac:chgData name="Deepak Shirke" userId="2c519926-dfa0-4ad0-a271-27956c61b255" providerId="ADAL" clId="{1D4DCA73-618C-4859-B4FE-346B490E0918}" dt="2026-07-27T08:29:00.610" v="215" actId="1076"/>
          <ac:spMkLst>
            <pc:docMk/>
            <pc:sldMk cId="1294409886" sldId="257"/>
            <ac:spMk id="2" creationId="{55E47814-35D3-0757-F036-64B8FB0F8EBE}"/>
          </ac:spMkLst>
        </pc:spChg>
        <pc:spChg chg="mod">
          <ac:chgData name="Deepak Shirke" userId="2c519926-dfa0-4ad0-a271-27956c61b255" providerId="ADAL" clId="{1D4DCA73-618C-4859-B4FE-346B490E0918}" dt="2026-07-27T08:29:04.063" v="216" actId="1076"/>
          <ac:spMkLst>
            <pc:docMk/>
            <pc:sldMk cId="1294409886" sldId="257"/>
            <ac:spMk id="3" creationId="{DC64DE10-81CD-2CBD-0547-191FBCB9B3DA}"/>
          </ac:spMkLst>
        </pc:spChg>
      </pc:sldChg>
      <pc:sldChg chg="addSp delSp modSp new mod">
        <pc:chgData name="Deepak Shirke" userId="2c519926-dfa0-4ad0-a271-27956c61b255" providerId="ADAL" clId="{1D4DCA73-618C-4859-B4FE-346B490E0918}" dt="2026-07-27T08:28:52.982" v="194"/>
        <pc:sldMkLst>
          <pc:docMk/>
          <pc:sldMk cId="2842148926" sldId="258"/>
        </pc:sldMkLst>
        <pc:spChg chg="mod">
          <ac:chgData name="Deepak Shirke" userId="2c519926-dfa0-4ad0-a271-27956c61b255" providerId="ADAL" clId="{1D4DCA73-618C-4859-B4FE-346B490E0918}" dt="2026-07-27T08:28:52.982" v="194"/>
          <ac:spMkLst>
            <pc:docMk/>
            <pc:sldMk cId="2842148926" sldId="258"/>
            <ac:spMk id="2" creationId="{167EEE2A-B08A-2201-06FE-985D27160F62}"/>
          </ac:spMkLst>
        </pc:spChg>
        <pc:spChg chg="add mod">
          <ac:chgData name="Deepak Shirke" userId="2c519926-dfa0-4ad0-a271-27956c61b255" providerId="ADAL" clId="{1D4DCA73-618C-4859-B4FE-346B490E0918}" dt="2026-07-04T11:52:12.099" v="26" actId="1076"/>
          <ac:spMkLst>
            <pc:docMk/>
            <pc:sldMk cId="2842148926" sldId="258"/>
            <ac:spMk id="5" creationId="{C5F559D4-D690-0152-0198-FA417163573D}"/>
          </ac:spMkLst>
        </pc:spChg>
        <pc:picChg chg="add mod">
          <ac:chgData name="Deepak Shirke" userId="2c519926-dfa0-4ad0-a271-27956c61b255" providerId="ADAL" clId="{1D4DCA73-618C-4859-B4FE-346B490E0918}" dt="2026-07-04T11:53:09.415" v="33" actId="14100"/>
          <ac:picMkLst>
            <pc:docMk/>
            <pc:sldMk cId="2842148926" sldId="258"/>
            <ac:picMk id="7" creationId="{B5BDEA50-AC36-40C5-E6C7-AE23E9198865}"/>
          </ac:picMkLst>
        </pc:picChg>
      </pc:sldChg>
      <pc:sldChg chg="modSp add mod">
        <pc:chgData name="Deepak Shirke" userId="2c519926-dfa0-4ad0-a271-27956c61b255" providerId="ADAL" clId="{1D4DCA73-618C-4859-B4FE-346B490E0918}" dt="2026-07-27T08:29:09.906" v="217" actId="1076"/>
        <pc:sldMkLst>
          <pc:docMk/>
          <pc:sldMk cId="500779429" sldId="259"/>
        </pc:sldMkLst>
        <pc:spChg chg="mod">
          <ac:chgData name="Deepak Shirke" userId="2c519926-dfa0-4ad0-a271-27956c61b255" providerId="ADAL" clId="{1D4DCA73-618C-4859-B4FE-346B490E0918}" dt="2026-07-27T08:29:09.906" v="217" actId="1076"/>
          <ac:spMkLst>
            <pc:docMk/>
            <pc:sldMk cId="500779429" sldId="259"/>
            <ac:spMk id="2" creationId="{321BEA10-4864-4D33-E8B4-98511936AB66}"/>
          </ac:spMkLst>
        </pc:spChg>
        <pc:spChg chg="mod">
          <ac:chgData name="Deepak Shirke" userId="2c519926-dfa0-4ad0-a271-27956c61b255" providerId="ADAL" clId="{1D4DCA73-618C-4859-B4FE-346B490E0918}" dt="2026-07-27T08:28:54.085" v="196" actId="27636"/>
          <ac:spMkLst>
            <pc:docMk/>
            <pc:sldMk cId="500779429" sldId="259"/>
            <ac:spMk id="3" creationId="{07EDAE94-BC1A-BB9A-DF8C-3732009A36B9}"/>
          </ac:spMkLst>
        </pc:spChg>
      </pc:sldChg>
      <pc:sldChg chg="modSp add mod">
        <pc:chgData name="Deepak Shirke" userId="2c519926-dfa0-4ad0-a271-27956c61b255" providerId="ADAL" clId="{1D4DCA73-618C-4859-B4FE-346B490E0918}" dt="2026-07-27T08:28:54.185" v="203" actId="27636"/>
        <pc:sldMkLst>
          <pc:docMk/>
          <pc:sldMk cId="2498978896" sldId="286"/>
        </pc:sldMkLst>
        <pc:spChg chg="mod">
          <ac:chgData name="Deepak Shirke" userId="2c519926-dfa0-4ad0-a271-27956c61b255" providerId="ADAL" clId="{1D4DCA73-618C-4859-B4FE-346B490E0918}" dt="2026-07-27T08:28:54.185" v="203" actId="27636"/>
          <ac:spMkLst>
            <pc:docMk/>
            <pc:sldMk cId="2498978896" sldId="286"/>
            <ac:spMk id="2" creationId="{00000000-0000-0000-0000-000000000000}"/>
          </ac:spMkLst>
        </pc:spChg>
        <pc:spChg chg="mod">
          <ac:chgData name="Deepak Shirke" userId="2c519926-dfa0-4ad0-a271-27956c61b255" providerId="ADAL" clId="{1D4DCA73-618C-4859-B4FE-346B490E0918}" dt="2026-07-27T08:28:52.982" v="194"/>
          <ac:spMkLst>
            <pc:docMk/>
            <pc:sldMk cId="2498978896" sldId="286"/>
            <ac:spMk id="3" creationId="{00000000-0000-0000-0000-000000000000}"/>
          </ac:spMkLst>
        </pc:spChg>
      </pc:sldChg>
      <pc:sldChg chg="modSp add mod">
        <pc:chgData name="Deepak Shirke" userId="2c519926-dfa0-4ad0-a271-27956c61b255" providerId="ADAL" clId="{1D4DCA73-618C-4859-B4FE-346B490E0918}" dt="2026-07-27T08:33:41.504" v="276" actId="14100"/>
        <pc:sldMkLst>
          <pc:docMk/>
          <pc:sldMk cId="1351620146" sldId="288"/>
        </pc:sldMkLst>
        <pc:spChg chg="mod">
          <ac:chgData name="Deepak Shirke" userId="2c519926-dfa0-4ad0-a271-27956c61b255" providerId="ADAL" clId="{1D4DCA73-618C-4859-B4FE-346B490E0918}" dt="2026-07-27T08:33:37.862" v="275" actId="14100"/>
          <ac:spMkLst>
            <pc:docMk/>
            <pc:sldMk cId="1351620146" sldId="288"/>
            <ac:spMk id="2" creationId="{00000000-0000-0000-0000-000000000000}"/>
          </ac:spMkLst>
        </pc:spChg>
        <pc:picChg chg="mod">
          <ac:chgData name="Deepak Shirke" userId="2c519926-dfa0-4ad0-a271-27956c61b255" providerId="ADAL" clId="{1D4DCA73-618C-4859-B4FE-346B490E0918}" dt="2026-07-27T08:33:41.504" v="276" actId="14100"/>
          <ac:picMkLst>
            <pc:docMk/>
            <pc:sldMk cId="1351620146" sldId="288"/>
            <ac:picMk id="50178" creationId="{00000000-0000-0000-0000-000000000000}"/>
          </ac:picMkLst>
        </pc:picChg>
      </pc:sldChg>
      <pc:sldChg chg="modSp add mod">
        <pc:chgData name="Deepak Shirke" userId="2c519926-dfa0-4ad0-a271-27956c61b255" providerId="ADAL" clId="{1D4DCA73-618C-4859-B4FE-346B490E0918}" dt="2026-07-27T08:29:32.627" v="222" actId="113"/>
        <pc:sldMkLst>
          <pc:docMk/>
          <pc:sldMk cId="1493710486" sldId="321"/>
        </pc:sldMkLst>
        <pc:spChg chg="mod">
          <ac:chgData name="Deepak Shirke" userId="2c519926-dfa0-4ad0-a271-27956c61b255" providerId="ADAL" clId="{1D4DCA73-618C-4859-B4FE-346B490E0918}" dt="2026-07-27T08:29:32.627" v="222" actId="113"/>
          <ac:spMkLst>
            <pc:docMk/>
            <pc:sldMk cId="1493710486" sldId="321"/>
            <ac:spMk id="3" creationId="{00000000-0000-0000-0000-000000000000}"/>
          </ac:spMkLst>
        </pc:spChg>
      </pc:sldChg>
      <pc:sldChg chg="modSp add mod">
        <pc:chgData name="Deepak Shirke" userId="2c519926-dfa0-4ad0-a271-27956c61b255" providerId="ADAL" clId="{1D4DCA73-618C-4859-B4FE-346B490E0918}" dt="2026-07-04T11:57:21.346" v="79" actId="1076"/>
        <pc:sldMkLst>
          <pc:docMk/>
          <pc:sldMk cId="2047655991" sldId="322"/>
        </pc:sldMkLst>
        <pc:spChg chg="mod">
          <ac:chgData name="Deepak Shirke" userId="2c519926-dfa0-4ad0-a271-27956c61b255" providerId="ADAL" clId="{1D4DCA73-618C-4859-B4FE-346B490E0918}" dt="2026-07-04T11:57:16.631" v="78" actId="20577"/>
          <ac:spMkLst>
            <pc:docMk/>
            <pc:sldMk cId="2047655991" sldId="322"/>
            <ac:spMk id="2" creationId="{6DA4807B-3631-0155-86AA-FFFC49E33772}"/>
          </ac:spMkLst>
        </pc:spChg>
        <pc:spChg chg="mod">
          <ac:chgData name="Deepak Shirke" userId="2c519926-dfa0-4ad0-a271-27956c61b255" providerId="ADAL" clId="{1D4DCA73-618C-4859-B4FE-346B490E0918}" dt="2026-07-04T11:57:21.346" v="79" actId="1076"/>
          <ac:spMkLst>
            <pc:docMk/>
            <pc:sldMk cId="2047655991" sldId="322"/>
            <ac:spMk id="3" creationId="{37280E61-2500-0790-787B-9F568F27CF7D}"/>
          </ac:spMkLst>
        </pc:spChg>
      </pc:sldChg>
      <pc:sldChg chg="modSp add mod">
        <pc:chgData name="Deepak Shirke" userId="2c519926-dfa0-4ad0-a271-27956c61b255" providerId="ADAL" clId="{1D4DCA73-618C-4859-B4FE-346B490E0918}" dt="2026-07-04T12:11:25.868" v="90" actId="123"/>
        <pc:sldMkLst>
          <pc:docMk/>
          <pc:sldMk cId="2097327573" sldId="323"/>
        </pc:sldMkLst>
        <pc:spChg chg="mod">
          <ac:chgData name="Deepak Shirke" userId="2c519926-dfa0-4ad0-a271-27956c61b255" providerId="ADAL" clId="{1D4DCA73-618C-4859-B4FE-346B490E0918}" dt="2026-07-04T12:11:25.868" v="90" actId="123"/>
          <ac:spMkLst>
            <pc:docMk/>
            <pc:sldMk cId="2097327573" sldId="323"/>
            <ac:spMk id="5" creationId="{00000000-0000-0000-0000-000000000000}"/>
          </ac:spMkLst>
        </pc:spChg>
        <pc:picChg chg="mod">
          <ac:chgData name="Deepak Shirke" userId="2c519926-dfa0-4ad0-a271-27956c61b255" providerId="ADAL" clId="{1D4DCA73-618C-4859-B4FE-346B490E0918}" dt="2026-07-04T12:11:09.232" v="85" actId="14100"/>
          <ac:picMkLst>
            <pc:docMk/>
            <pc:sldMk cId="2097327573" sldId="323"/>
            <ac:picMk id="2050" creationId="{00000000-0000-0000-0000-000000000000}"/>
          </ac:picMkLst>
        </pc:picChg>
      </pc:sldChg>
      <pc:sldChg chg="add">
        <pc:chgData name="Deepak Shirke" userId="2c519926-dfa0-4ad0-a271-27956c61b255" providerId="ADAL" clId="{1D4DCA73-618C-4859-B4FE-346B490E0918}" dt="2026-07-04T12:13:45.257" v="97"/>
        <pc:sldMkLst>
          <pc:docMk/>
          <pc:sldMk cId="1443419124" sldId="324"/>
        </pc:sldMkLst>
      </pc:sldChg>
      <pc:sldChg chg="modSp add mod">
        <pc:chgData name="Deepak Shirke" userId="2c519926-dfa0-4ad0-a271-27956c61b255" providerId="ADAL" clId="{1D4DCA73-618C-4859-B4FE-346B490E0918}" dt="2026-07-27T08:30:16.594" v="234" actId="27636"/>
        <pc:sldMkLst>
          <pc:docMk/>
          <pc:sldMk cId="1183364089" sldId="325"/>
        </pc:sldMkLst>
        <pc:spChg chg="mod">
          <ac:chgData name="Deepak Shirke" userId="2c519926-dfa0-4ad0-a271-27956c61b255" providerId="ADAL" clId="{1D4DCA73-618C-4859-B4FE-346B490E0918}" dt="2026-07-27T08:30:16.594" v="234" actId="27636"/>
          <ac:spMkLst>
            <pc:docMk/>
            <pc:sldMk cId="1183364089" sldId="325"/>
            <ac:spMk id="3" creationId="{00000000-0000-0000-0000-000000000000}"/>
          </ac:spMkLst>
        </pc:spChg>
      </pc:sldChg>
      <pc:sldChg chg="modSp add mod">
        <pc:chgData name="Deepak Shirke" userId="2c519926-dfa0-4ad0-a271-27956c61b255" providerId="ADAL" clId="{1D4DCA73-618C-4859-B4FE-346B490E0918}" dt="2026-07-27T08:30:30.340" v="238" actId="14100"/>
        <pc:sldMkLst>
          <pc:docMk/>
          <pc:sldMk cId="3230974449" sldId="326"/>
        </pc:sldMkLst>
        <pc:picChg chg="mod">
          <ac:chgData name="Deepak Shirke" userId="2c519926-dfa0-4ad0-a271-27956c61b255" providerId="ADAL" clId="{1D4DCA73-618C-4859-B4FE-346B490E0918}" dt="2026-07-27T08:30:30.340" v="238" actId="14100"/>
          <ac:picMkLst>
            <pc:docMk/>
            <pc:sldMk cId="3230974449" sldId="326"/>
            <ac:picMk id="22530" creationId="{00000000-0000-0000-0000-000000000000}"/>
          </ac:picMkLst>
        </pc:picChg>
      </pc:sldChg>
      <pc:sldChg chg="modSp add mod">
        <pc:chgData name="Deepak Shirke" userId="2c519926-dfa0-4ad0-a271-27956c61b255" providerId="ADAL" clId="{1D4DCA73-618C-4859-B4FE-346B490E0918}" dt="2026-07-27T08:30:41.834" v="243" actId="14100"/>
        <pc:sldMkLst>
          <pc:docMk/>
          <pc:sldMk cId="2799041225" sldId="327"/>
        </pc:sldMkLst>
        <pc:picChg chg="mod">
          <ac:chgData name="Deepak Shirke" userId="2c519926-dfa0-4ad0-a271-27956c61b255" providerId="ADAL" clId="{1D4DCA73-618C-4859-B4FE-346B490E0918}" dt="2026-07-27T08:30:41.834" v="243" actId="14100"/>
          <ac:picMkLst>
            <pc:docMk/>
            <pc:sldMk cId="2799041225" sldId="327"/>
            <ac:picMk id="2" creationId="{00000000-0000-0000-0000-000000000000}"/>
          </ac:picMkLst>
        </pc:picChg>
      </pc:sldChg>
      <pc:sldChg chg="modSp add mod">
        <pc:chgData name="Deepak Shirke" userId="2c519926-dfa0-4ad0-a271-27956c61b255" providerId="ADAL" clId="{1D4DCA73-618C-4859-B4FE-346B490E0918}" dt="2026-07-27T08:31:07.139" v="246" actId="14100"/>
        <pc:sldMkLst>
          <pc:docMk/>
          <pc:sldMk cId="3885539375" sldId="328"/>
        </pc:sldMkLst>
        <pc:graphicFrameChg chg="mod">
          <ac:chgData name="Deepak Shirke" userId="2c519926-dfa0-4ad0-a271-27956c61b255" providerId="ADAL" clId="{1D4DCA73-618C-4859-B4FE-346B490E0918}" dt="2026-07-27T08:31:07.139" v="246" actId="14100"/>
          <ac:graphicFrameMkLst>
            <pc:docMk/>
            <pc:sldMk cId="3885539375" sldId="328"/>
            <ac:graphicFrameMk id="5" creationId="{00000000-0000-0000-0000-000000000000}"/>
          </ac:graphicFrameMkLst>
        </pc:graphicFrameChg>
      </pc:sldChg>
      <pc:sldChg chg="modSp add mod ord">
        <pc:chgData name="Deepak Shirke" userId="2c519926-dfa0-4ad0-a271-27956c61b255" providerId="ADAL" clId="{1D4DCA73-618C-4859-B4FE-346B490E0918}" dt="2026-07-04T12:22:19.258" v="140"/>
        <pc:sldMkLst>
          <pc:docMk/>
          <pc:sldMk cId="1168180796" sldId="329"/>
        </pc:sldMkLst>
        <pc:picChg chg="mod">
          <ac:chgData name="Deepak Shirke" userId="2c519926-dfa0-4ad0-a271-27956c61b255" providerId="ADAL" clId="{1D4DCA73-618C-4859-B4FE-346B490E0918}" dt="2026-07-04T12:14:03.511" v="103" actId="14100"/>
          <ac:picMkLst>
            <pc:docMk/>
            <pc:sldMk cId="1168180796" sldId="329"/>
            <ac:picMk id="23553" creationId="{00000000-0000-0000-0000-000000000000}"/>
          </ac:picMkLst>
        </pc:picChg>
      </pc:sldChg>
      <pc:sldChg chg="add">
        <pc:chgData name="Deepak Shirke" userId="2c519926-dfa0-4ad0-a271-27956c61b255" providerId="ADAL" clId="{1D4DCA73-618C-4859-B4FE-346B490E0918}" dt="2026-07-27T07:49:45.960" v="145"/>
        <pc:sldMkLst>
          <pc:docMk/>
          <pc:sldMk cId="3498376136" sldId="336"/>
        </pc:sldMkLst>
      </pc:sldChg>
      <pc:sldChg chg="modSp add mod">
        <pc:chgData name="Deepak Shirke" userId="2c519926-dfa0-4ad0-a271-27956c61b255" providerId="ADAL" clId="{1D4DCA73-618C-4859-B4FE-346B490E0918}" dt="2026-07-27T08:33:06.872" v="269" actId="14100"/>
        <pc:sldMkLst>
          <pc:docMk/>
          <pc:sldMk cId="2131732433" sldId="337"/>
        </pc:sldMkLst>
        <pc:picChg chg="mod">
          <ac:chgData name="Deepak Shirke" userId="2c519926-dfa0-4ad0-a271-27956c61b255" providerId="ADAL" clId="{1D4DCA73-618C-4859-B4FE-346B490E0918}" dt="2026-07-27T08:33:06.872" v="269" actId="14100"/>
          <ac:picMkLst>
            <pc:docMk/>
            <pc:sldMk cId="2131732433" sldId="337"/>
            <ac:picMk id="1026" creationId="{00000000-0000-0000-0000-000000000000}"/>
          </ac:picMkLst>
        </pc:picChg>
      </pc:sldChg>
      <pc:sldChg chg="modSp add mod">
        <pc:chgData name="Deepak Shirke" userId="2c519926-dfa0-4ad0-a271-27956c61b255" providerId="ADAL" clId="{1D4DCA73-618C-4859-B4FE-346B490E0918}" dt="2026-07-27T08:33:16.521" v="270" actId="1076"/>
        <pc:sldMkLst>
          <pc:docMk/>
          <pc:sldMk cId="2573288804" sldId="338"/>
        </pc:sldMkLst>
        <pc:graphicFrameChg chg="mod">
          <ac:chgData name="Deepak Shirke" userId="2c519926-dfa0-4ad0-a271-27956c61b255" providerId="ADAL" clId="{1D4DCA73-618C-4859-B4FE-346B490E0918}" dt="2026-07-27T08:33:16.521" v="270" actId="1076"/>
          <ac:graphicFrameMkLst>
            <pc:docMk/>
            <pc:sldMk cId="2573288804" sldId="338"/>
            <ac:graphicFrameMk id="4" creationId="{00000000-0000-0000-0000-000000000000}"/>
          </ac:graphicFrameMkLst>
        </pc:graphicFrameChg>
      </pc:sldChg>
      <pc:sldChg chg="modSp add mod">
        <pc:chgData name="Deepak Shirke" userId="2c519926-dfa0-4ad0-a271-27956c61b255" providerId="ADAL" clId="{1D4DCA73-618C-4859-B4FE-346B490E0918}" dt="2026-07-27T08:32:36.835" v="260" actId="14100"/>
        <pc:sldMkLst>
          <pc:docMk/>
          <pc:sldMk cId="1822378510" sldId="348"/>
        </pc:sldMkLst>
        <pc:spChg chg="mod">
          <ac:chgData name="Deepak Shirke" userId="2c519926-dfa0-4ad0-a271-27956c61b255" providerId="ADAL" clId="{1D4DCA73-618C-4859-B4FE-346B490E0918}" dt="2026-07-27T08:32:36.835" v="260" actId="14100"/>
          <ac:spMkLst>
            <pc:docMk/>
            <pc:sldMk cId="1822378510" sldId="348"/>
            <ac:spMk id="3" creationId="{00000000-0000-0000-0000-000000000000}"/>
          </ac:spMkLst>
        </pc:spChg>
      </pc:sldChg>
      <pc:sldChg chg="modSp add mod">
        <pc:chgData name="Deepak Shirke" userId="2c519926-dfa0-4ad0-a271-27956c61b255" providerId="ADAL" clId="{1D4DCA73-618C-4859-B4FE-346B490E0918}" dt="2026-07-27T08:32:49.445" v="264" actId="14100"/>
        <pc:sldMkLst>
          <pc:docMk/>
          <pc:sldMk cId="3761982031" sldId="349"/>
        </pc:sldMkLst>
        <pc:spChg chg="mod">
          <ac:chgData name="Deepak Shirke" userId="2c519926-dfa0-4ad0-a271-27956c61b255" providerId="ADAL" clId="{1D4DCA73-618C-4859-B4FE-346B490E0918}" dt="2026-07-27T08:32:49.445" v="264" actId="14100"/>
          <ac:spMkLst>
            <pc:docMk/>
            <pc:sldMk cId="3761982031" sldId="349"/>
            <ac:spMk id="3" creationId="{00000000-0000-0000-0000-000000000000}"/>
          </ac:spMkLst>
        </pc:spChg>
      </pc:sldChg>
      <pc:sldChg chg="add">
        <pc:chgData name="Deepak Shirke" userId="2c519926-dfa0-4ad0-a271-27956c61b255" providerId="ADAL" clId="{1D4DCA73-618C-4859-B4FE-346B490E0918}" dt="2026-07-27T07:49:45.960" v="145"/>
        <pc:sldMkLst>
          <pc:docMk/>
          <pc:sldMk cId="2759837193" sldId="369"/>
        </pc:sldMkLst>
      </pc:sldChg>
      <pc:sldChg chg="addSp delSp modSp add mod">
        <pc:chgData name="Deepak Shirke" userId="2c519926-dfa0-4ad0-a271-27956c61b255" providerId="ADAL" clId="{1D4DCA73-618C-4859-B4FE-346B490E0918}" dt="2026-07-04T11:57:26.232" v="80" actId="1076"/>
        <pc:sldMkLst>
          <pc:docMk/>
          <pc:sldMk cId="2354228796" sldId="375"/>
        </pc:sldMkLst>
        <pc:spChg chg="mod">
          <ac:chgData name="Deepak Shirke" userId="2c519926-dfa0-4ad0-a271-27956c61b255" providerId="ADAL" clId="{1D4DCA73-618C-4859-B4FE-346B490E0918}" dt="2026-07-04T11:57:26.232" v="80" actId="1076"/>
          <ac:spMkLst>
            <pc:docMk/>
            <pc:sldMk cId="2354228796" sldId="375"/>
            <ac:spMk id="3" creationId="{4C1B9D79-CF3D-CFD6-0F23-7E9E2F73D4B6}"/>
          </ac:spMkLst>
        </pc:spChg>
        <pc:spChg chg="add mod">
          <ac:chgData name="Deepak Shirke" userId="2c519926-dfa0-4ad0-a271-27956c61b255" providerId="ADAL" clId="{1D4DCA73-618C-4859-B4FE-346B490E0918}" dt="2026-07-04T11:56:22.076" v="67" actId="1076"/>
          <ac:spMkLst>
            <pc:docMk/>
            <pc:sldMk cId="2354228796" sldId="375"/>
            <ac:spMk id="4" creationId="{2B0B32AF-B967-26BF-3E61-27DB85AC2504}"/>
          </ac:spMkLst>
        </pc:spChg>
      </pc:sldChg>
      <pc:sldChg chg="modSp add mod">
        <pc:chgData name="Deepak Shirke" userId="2c519926-dfa0-4ad0-a271-27956c61b255" providerId="ADAL" clId="{1D4DCA73-618C-4859-B4FE-346B490E0918}" dt="2026-07-27T08:29:53.156" v="227" actId="14100"/>
        <pc:sldMkLst>
          <pc:docMk/>
          <pc:sldMk cId="2028629345" sldId="376"/>
        </pc:sldMkLst>
        <pc:spChg chg="mod">
          <ac:chgData name="Deepak Shirke" userId="2c519926-dfa0-4ad0-a271-27956c61b255" providerId="ADAL" clId="{1D4DCA73-618C-4859-B4FE-346B490E0918}" dt="2026-07-27T08:29:47.307" v="224" actId="1076"/>
          <ac:spMkLst>
            <pc:docMk/>
            <pc:sldMk cId="2028629345" sldId="376"/>
            <ac:spMk id="2" creationId="{B27BC0F8-4D9D-854C-0E5A-397C09806072}"/>
          </ac:spMkLst>
        </pc:spChg>
        <pc:spChg chg="mod">
          <ac:chgData name="Deepak Shirke" userId="2c519926-dfa0-4ad0-a271-27956c61b255" providerId="ADAL" clId="{1D4DCA73-618C-4859-B4FE-346B490E0918}" dt="2026-07-27T08:29:53.156" v="227" actId="14100"/>
          <ac:spMkLst>
            <pc:docMk/>
            <pc:sldMk cId="2028629345" sldId="376"/>
            <ac:spMk id="3" creationId="{D6659564-A78E-FCE9-AA2B-91B425914FA6}"/>
          </ac:spMkLst>
        </pc:spChg>
      </pc:sldChg>
      <pc:sldChg chg="modSp add mod">
        <pc:chgData name="Deepak Shirke" userId="2c519926-dfa0-4ad0-a271-27956c61b255" providerId="ADAL" clId="{1D4DCA73-618C-4859-B4FE-346B490E0918}" dt="2026-07-27T08:31:31.928" v="250" actId="14100"/>
        <pc:sldMkLst>
          <pc:docMk/>
          <pc:sldMk cId="119463873" sldId="378"/>
        </pc:sldMkLst>
        <pc:picChg chg="mod">
          <ac:chgData name="Deepak Shirke" userId="2c519926-dfa0-4ad0-a271-27956c61b255" providerId="ADAL" clId="{1D4DCA73-618C-4859-B4FE-346B490E0918}" dt="2026-07-27T08:31:31.928" v="250" actId="14100"/>
          <ac:picMkLst>
            <pc:docMk/>
            <pc:sldMk cId="119463873" sldId="378"/>
            <ac:picMk id="1026" creationId="{00000000-0000-0000-0000-000000000000}"/>
          </ac:picMkLst>
        </pc:picChg>
      </pc:sldChg>
      <pc:sldChg chg="modSp add del mod">
        <pc:chgData name="Deepak Shirke" userId="2c519926-dfa0-4ad0-a271-27956c61b255" providerId="ADAL" clId="{1D4DCA73-618C-4859-B4FE-346B490E0918}" dt="2026-07-27T08:32:07.294" v="255" actId="47"/>
        <pc:sldMkLst>
          <pc:docMk/>
          <pc:sldMk cId="2349062325" sldId="379"/>
        </pc:sldMkLst>
        <pc:spChg chg="mod">
          <ac:chgData name="Deepak Shirke" userId="2c519926-dfa0-4ad0-a271-27956c61b255" providerId="ADAL" clId="{1D4DCA73-618C-4859-B4FE-346B490E0918}" dt="2026-07-27T08:31:51.381" v="254" actId="14100"/>
          <ac:spMkLst>
            <pc:docMk/>
            <pc:sldMk cId="2349062325" sldId="379"/>
            <ac:spMk id="3" creationId="{00000000-0000-0000-0000-000000000000}"/>
          </ac:spMkLst>
        </pc:spChg>
      </pc:sldChg>
      <pc:sldChg chg="add del ord">
        <pc:chgData name="Deepak Shirke" userId="2c519926-dfa0-4ad0-a271-27956c61b255" providerId="ADAL" clId="{1D4DCA73-618C-4859-B4FE-346B490E0918}" dt="2026-07-27T08:32:14.737" v="258" actId="47"/>
        <pc:sldMkLst>
          <pc:docMk/>
          <pc:sldMk cId="2951443733" sldId="380"/>
        </pc:sldMkLst>
      </pc:sldChg>
      <pc:sldChg chg="add del">
        <pc:chgData name="Deepak Shirke" userId="2c519926-dfa0-4ad0-a271-27956c61b255" providerId="ADAL" clId="{1D4DCA73-618C-4859-B4FE-346B490E0918}" dt="2026-07-27T08:32:08.568" v="256" actId="47"/>
        <pc:sldMkLst>
          <pc:docMk/>
          <pc:sldMk cId="2625165530" sldId="381"/>
        </pc:sldMkLst>
      </pc:sldChg>
      <pc:sldChg chg="add del">
        <pc:chgData name="Deepak Shirke" userId="2c519926-dfa0-4ad0-a271-27956c61b255" providerId="ADAL" clId="{1D4DCA73-618C-4859-B4FE-346B490E0918}" dt="2026-07-27T08:32:10.908" v="257" actId="47"/>
        <pc:sldMkLst>
          <pc:docMk/>
          <pc:sldMk cId="3180463698" sldId="382"/>
        </pc:sldMkLst>
      </pc:sldChg>
      <pc:sldChg chg="addSp delSp modSp add mod">
        <pc:chgData name="Deepak Shirke" userId="2c519926-dfa0-4ad0-a271-27956c61b255" providerId="ADAL" clId="{1D4DCA73-618C-4859-B4FE-346B490E0918}" dt="2026-07-04T12:19:55.263" v="131" actId="14100"/>
        <pc:sldMkLst>
          <pc:docMk/>
          <pc:sldMk cId="3312854096" sldId="383"/>
        </pc:sldMkLst>
        <pc:picChg chg="add mod">
          <ac:chgData name="Deepak Shirke" userId="2c519926-dfa0-4ad0-a271-27956c61b255" providerId="ADAL" clId="{1D4DCA73-618C-4859-B4FE-346B490E0918}" dt="2026-07-04T12:19:55.263" v="131" actId="14100"/>
          <ac:picMkLst>
            <pc:docMk/>
            <pc:sldMk cId="3312854096" sldId="383"/>
            <ac:picMk id="5" creationId="{073FF540-36B2-0ECC-ADBA-3D4C100E7C80}"/>
          </ac:picMkLst>
        </pc:picChg>
      </pc:sldChg>
      <pc:sldChg chg="addSp modSp new mod ord">
        <pc:chgData name="Deepak Shirke" userId="2c519926-dfa0-4ad0-a271-27956c61b255" providerId="ADAL" clId="{1D4DCA73-618C-4859-B4FE-346B490E0918}" dt="2026-07-04T12:21:01.370" v="138" actId="14100"/>
        <pc:sldMkLst>
          <pc:docMk/>
          <pc:sldMk cId="2352312291" sldId="384"/>
        </pc:sldMkLst>
        <pc:picChg chg="add mod">
          <ac:chgData name="Deepak Shirke" userId="2c519926-dfa0-4ad0-a271-27956c61b255" providerId="ADAL" clId="{1D4DCA73-618C-4859-B4FE-346B490E0918}" dt="2026-07-04T12:19:47.119" v="129" actId="14100"/>
          <ac:picMkLst>
            <pc:docMk/>
            <pc:sldMk cId="2352312291" sldId="384"/>
            <ac:picMk id="3" creationId="{2D0CDCDC-E526-1CF7-8B47-720F437E2E55}"/>
          </ac:picMkLst>
        </pc:picChg>
        <pc:picChg chg="add mod">
          <ac:chgData name="Deepak Shirke" userId="2c519926-dfa0-4ad0-a271-27956c61b255" providerId="ADAL" clId="{1D4DCA73-618C-4859-B4FE-346B490E0918}" dt="2026-07-04T12:20:38.583" v="135" actId="1076"/>
          <ac:picMkLst>
            <pc:docMk/>
            <pc:sldMk cId="2352312291" sldId="384"/>
            <ac:picMk id="5" creationId="{AE54C28E-C534-2793-2609-B52114073E96}"/>
          </ac:picMkLst>
        </pc:picChg>
        <pc:picChg chg="add mod">
          <ac:chgData name="Deepak Shirke" userId="2c519926-dfa0-4ad0-a271-27956c61b255" providerId="ADAL" clId="{1D4DCA73-618C-4859-B4FE-346B490E0918}" dt="2026-07-04T12:21:01.370" v="138" actId="14100"/>
          <ac:picMkLst>
            <pc:docMk/>
            <pc:sldMk cId="2352312291" sldId="384"/>
            <ac:picMk id="7" creationId="{D6ADE50F-FA38-87DE-393C-33C8386CF5AB}"/>
          </ac:picMkLst>
        </pc:picChg>
      </pc:sldChg>
      <pc:sldChg chg="modSp add mod">
        <pc:chgData name="Deepak Shirke" userId="2c519926-dfa0-4ad0-a271-27956c61b255" providerId="ADAL" clId="{1D4DCA73-618C-4859-B4FE-346B490E0918}" dt="2026-07-27T08:28:54.185" v="202" actId="27636"/>
        <pc:sldMkLst>
          <pc:docMk/>
          <pc:sldMk cId="489522614" sldId="385"/>
        </pc:sldMkLst>
        <pc:spChg chg="mod">
          <ac:chgData name="Deepak Shirke" userId="2c519926-dfa0-4ad0-a271-27956c61b255" providerId="ADAL" clId="{1D4DCA73-618C-4859-B4FE-346B490E0918}" dt="2026-07-27T08:28:54.185" v="202" actId="27636"/>
          <ac:spMkLst>
            <pc:docMk/>
            <pc:sldMk cId="489522614" sldId="385"/>
            <ac:spMk id="2" creationId="{04ABD5AE-8786-E439-3A75-395D017769BC}"/>
          </ac:spMkLst>
        </pc:spChg>
      </pc:sldChg>
      <pc:sldChg chg="modSp add mod">
        <pc:chgData name="Deepak Shirke" userId="2c519926-dfa0-4ad0-a271-27956c61b255" providerId="ADAL" clId="{1D4DCA73-618C-4859-B4FE-346B490E0918}" dt="2026-07-27T08:35:02.696" v="292" actId="2710"/>
        <pc:sldMkLst>
          <pc:docMk/>
          <pc:sldMk cId="3690686231" sldId="386"/>
        </pc:sldMkLst>
        <pc:spChg chg="mod">
          <ac:chgData name="Deepak Shirke" userId="2c519926-dfa0-4ad0-a271-27956c61b255" providerId="ADAL" clId="{1D4DCA73-618C-4859-B4FE-346B490E0918}" dt="2026-07-27T08:34:50.452" v="291" actId="404"/>
          <ac:spMkLst>
            <pc:docMk/>
            <pc:sldMk cId="3690686231" sldId="386"/>
            <ac:spMk id="2" creationId="{C2C0E17A-78E7-DF29-D10D-F2AC0E4D52C8}"/>
          </ac:spMkLst>
        </pc:spChg>
        <pc:spChg chg="mod">
          <ac:chgData name="Deepak Shirke" userId="2c519926-dfa0-4ad0-a271-27956c61b255" providerId="ADAL" clId="{1D4DCA73-618C-4859-B4FE-346B490E0918}" dt="2026-07-27T08:35:02.696" v="292" actId="2710"/>
          <ac:spMkLst>
            <pc:docMk/>
            <pc:sldMk cId="3690686231" sldId="386"/>
            <ac:spMk id="3" creationId="{D2DA2D55-93F0-7E85-2E2A-D4BACB9BC89B}"/>
          </ac:spMkLst>
        </pc:spChg>
      </pc:sldChg>
      <pc:sldChg chg="addSp delSp modSp add mod">
        <pc:chgData name="Deepak Shirke" userId="2c519926-dfa0-4ad0-a271-27956c61b255" providerId="ADAL" clId="{1D4DCA73-618C-4859-B4FE-346B490E0918}" dt="2026-07-27T08:35:11.472" v="293" actId="14100"/>
        <pc:sldMkLst>
          <pc:docMk/>
          <pc:sldMk cId="1133795538" sldId="388"/>
        </pc:sldMkLst>
        <pc:spChg chg="del mod">
          <ac:chgData name="Deepak Shirke" userId="2c519926-dfa0-4ad0-a271-27956c61b255" providerId="ADAL" clId="{1D4DCA73-618C-4859-B4FE-346B490E0918}" dt="2026-07-27T08:27:19.528" v="184"/>
          <ac:spMkLst>
            <pc:docMk/>
            <pc:sldMk cId="1133795538" sldId="388"/>
            <ac:spMk id="2" creationId="{2803C363-F53F-84D5-9DCD-C3D0F666D250}"/>
          </ac:spMkLst>
        </pc:spChg>
        <pc:spChg chg="mod">
          <ac:chgData name="Deepak Shirke" userId="2c519926-dfa0-4ad0-a271-27956c61b255" providerId="ADAL" clId="{1D4DCA73-618C-4859-B4FE-346B490E0918}" dt="2026-07-27T08:35:11.472" v="293" actId="14100"/>
          <ac:spMkLst>
            <pc:docMk/>
            <pc:sldMk cId="1133795538" sldId="388"/>
            <ac:spMk id="3" creationId="{0B230329-B417-5C1F-BE25-BB4B7B5C3DA4}"/>
          </ac:spMkLst>
        </pc:spChg>
        <pc:spChg chg="add mod">
          <ac:chgData name="Deepak Shirke" userId="2c519926-dfa0-4ad0-a271-27956c61b255" providerId="ADAL" clId="{1D4DCA73-618C-4859-B4FE-346B490E0918}" dt="2026-07-27T08:28:52.982" v="194"/>
          <ac:spMkLst>
            <pc:docMk/>
            <pc:sldMk cId="1133795538" sldId="388"/>
            <ac:spMk id="4" creationId="{C6CECDC1-A7E6-605B-68D5-E86A895B7E08}"/>
          </ac:spMkLst>
        </pc:spChg>
      </pc:sldChg>
      <pc:sldChg chg="addSp delSp modSp add mod">
        <pc:chgData name="Deepak Shirke" userId="2c519926-dfa0-4ad0-a271-27956c61b255" providerId="ADAL" clId="{1D4DCA73-618C-4859-B4FE-346B490E0918}" dt="2026-07-27T08:35:20.809" v="310" actId="14100"/>
        <pc:sldMkLst>
          <pc:docMk/>
          <pc:sldMk cId="3483380973" sldId="389"/>
        </pc:sldMkLst>
        <pc:spChg chg="del mod">
          <ac:chgData name="Deepak Shirke" userId="2c519926-dfa0-4ad0-a271-27956c61b255" providerId="ADAL" clId="{1D4DCA73-618C-4859-B4FE-346B490E0918}" dt="2026-07-27T08:27:29.108" v="188"/>
          <ac:spMkLst>
            <pc:docMk/>
            <pc:sldMk cId="3483380973" sldId="389"/>
            <ac:spMk id="2" creationId="{1F410B27-BD46-1303-E95C-0AA3CFE0882A}"/>
          </ac:spMkLst>
        </pc:spChg>
        <pc:spChg chg="mod">
          <ac:chgData name="Deepak Shirke" userId="2c519926-dfa0-4ad0-a271-27956c61b255" providerId="ADAL" clId="{1D4DCA73-618C-4859-B4FE-346B490E0918}" dt="2026-07-27T08:35:20.809" v="310" actId="14100"/>
          <ac:spMkLst>
            <pc:docMk/>
            <pc:sldMk cId="3483380973" sldId="389"/>
            <ac:spMk id="3" creationId="{A53E07BA-AB8C-A456-03BE-4076D1D487B8}"/>
          </ac:spMkLst>
        </pc:spChg>
        <pc:spChg chg="add mod">
          <ac:chgData name="Deepak Shirke" userId="2c519926-dfa0-4ad0-a271-27956c61b255" providerId="ADAL" clId="{1D4DCA73-618C-4859-B4FE-346B490E0918}" dt="2026-07-27T08:27:27.333" v="186"/>
          <ac:spMkLst>
            <pc:docMk/>
            <pc:sldMk cId="3483380973" sldId="389"/>
            <ac:spMk id="4" creationId="{384E5E8E-5D81-98F9-5EB8-CC440CA5035B}"/>
          </ac:spMkLst>
        </pc:spChg>
        <pc:spChg chg="add mod">
          <ac:chgData name="Deepak Shirke" userId="2c519926-dfa0-4ad0-a271-27956c61b255" providerId="ADAL" clId="{1D4DCA73-618C-4859-B4FE-346B490E0918}" dt="2026-07-27T08:27:59.154" v="192"/>
          <ac:spMkLst>
            <pc:docMk/>
            <pc:sldMk cId="3483380973" sldId="389"/>
            <ac:spMk id="5" creationId="{FFA6716A-0796-5497-212D-3E4184C944A1}"/>
          </ac:spMkLst>
        </pc:spChg>
      </pc:sldChg>
      <pc:sldChg chg="modSp add mod">
        <pc:chgData name="Deepak Shirke" userId="2c519926-dfa0-4ad0-a271-27956c61b255" providerId="ADAL" clId="{1D4DCA73-618C-4859-B4FE-346B490E0918}" dt="2026-07-27T08:35:41.093" v="311" actId="14100"/>
        <pc:sldMkLst>
          <pc:docMk/>
          <pc:sldMk cId="198338056" sldId="390"/>
        </pc:sldMkLst>
        <pc:spChg chg="mod">
          <ac:chgData name="Deepak Shirke" userId="2c519926-dfa0-4ad0-a271-27956c61b255" providerId="ADAL" clId="{1D4DCA73-618C-4859-B4FE-346B490E0918}" dt="2026-07-27T08:28:52.982" v="194"/>
          <ac:spMkLst>
            <pc:docMk/>
            <pc:sldMk cId="198338056" sldId="390"/>
            <ac:spMk id="2" creationId="{73925385-1BA0-C704-2915-244D44A55121}"/>
          </ac:spMkLst>
        </pc:spChg>
        <pc:spChg chg="mod">
          <ac:chgData name="Deepak Shirke" userId="2c519926-dfa0-4ad0-a271-27956c61b255" providerId="ADAL" clId="{1D4DCA73-618C-4859-B4FE-346B490E0918}" dt="2026-07-27T08:35:41.093" v="311" actId="14100"/>
          <ac:spMkLst>
            <pc:docMk/>
            <pc:sldMk cId="198338056" sldId="390"/>
            <ac:spMk id="3" creationId="{35974916-64D4-88AC-629E-0DEC516A2A0B}"/>
          </ac:spMkLst>
        </pc:spChg>
      </pc:sldChg>
      <pc:sldChg chg="modSp add mod">
        <pc:chgData name="Deepak Shirke" userId="2c519926-dfa0-4ad0-a271-27956c61b255" providerId="ADAL" clId="{1D4DCA73-618C-4859-B4FE-346B490E0918}" dt="2026-07-27T08:35:59.432" v="314"/>
        <pc:sldMkLst>
          <pc:docMk/>
          <pc:sldMk cId="1680784863" sldId="391"/>
        </pc:sldMkLst>
        <pc:spChg chg="mod">
          <ac:chgData name="Deepak Shirke" userId="2c519926-dfa0-4ad0-a271-27956c61b255" providerId="ADAL" clId="{1D4DCA73-618C-4859-B4FE-346B490E0918}" dt="2026-07-27T08:35:59.432" v="314"/>
          <ac:spMkLst>
            <pc:docMk/>
            <pc:sldMk cId="1680784863" sldId="391"/>
            <ac:spMk id="2" creationId="{DFA9FE53-5F19-7C38-D990-DC7EEFE5FA10}"/>
          </ac:spMkLst>
        </pc:spChg>
        <pc:spChg chg="mod">
          <ac:chgData name="Deepak Shirke" userId="2c519926-dfa0-4ad0-a271-27956c61b255" providerId="ADAL" clId="{1D4DCA73-618C-4859-B4FE-346B490E0918}" dt="2026-07-27T08:35:47.246" v="312" actId="14100"/>
          <ac:spMkLst>
            <pc:docMk/>
            <pc:sldMk cId="1680784863" sldId="391"/>
            <ac:spMk id="3" creationId="{71A89CF8-1739-4536-7255-FB8EB5B1277E}"/>
          </ac:spMkLst>
        </pc:spChg>
      </pc:sldChg>
      <pc:sldChg chg="addSp delSp modSp add mod">
        <pc:chgData name="Deepak Shirke" userId="2c519926-dfa0-4ad0-a271-27956c61b255" providerId="ADAL" clId="{1D4DCA73-618C-4859-B4FE-346B490E0918}" dt="2026-07-27T08:28:54.255" v="210" actId="27636"/>
        <pc:sldMkLst>
          <pc:docMk/>
          <pc:sldMk cId="407823362" sldId="394"/>
        </pc:sldMkLst>
        <pc:spChg chg="del">
          <ac:chgData name="Deepak Shirke" userId="2c519926-dfa0-4ad0-a271-27956c61b255" providerId="ADAL" clId="{1D4DCA73-618C-4859-B4FE-346B490E0918}" dt="2026-07-27T08:26:24.271" v="174" actId="478"/>
          <ac:spMkLst>
            <pc:docMk/>
            <pc:sldMk cId="407823362" sldId="394"/>
            <ac:spMk id="2" creationId="{A7D4EF03-1481-C70B-4602-75B8256BD5B5}"/>
          </ac:spMkLst>
        </pc:spChg>
        <pc:spChg chg="mod">
          <ac:chgData name="Deepak Shirke" userId="2c519926-dfa0-4ad0-a271-27956c61b255" providerId="ADAL" clId="{1D4DCA73-618C-4859-B4FE-346B490E0918}" dt="2026-07-27T08:28:54.255" v="210" actId="27636"/>
          <ac:spMkLst>
            <pc:docMk/>
            <pc:sldMk cId="407823362" sldId="394"/>
            <ac:spMk id="3" creationId="{AE51BA4A-200C-B9D3-3750-50B9F15DBCF3}"/>
          </ac:spMkLst>
        </pc:spChg>
        <pc:spChg chg="add del mod">
          <ac:chgData name="Deepak Shirke" userId="2c519926-dfa0-4ad0-a271-27956c61b255" providerId="ADAL" clId="{1D4DCA73-618C-4859-B4FE-346B490E0918}" dt="2026-07-27T08:26:27.080" v="175"/>
          <ac:spMkLst>
            <pc:docMk/>
            <pc:sldMk cId="407823362" sldId="394"/>
            <ac:spMk id="5" creationId="{56CB3BF4-694C-D6F5-F763-4F8765922B95}"/>
          </ac:spMkLst>
        </pc:spChg>
        <pc:spChg chg="add mod">
          <ac:chgData name="Deepak Shirke" userId="2c519926-dfa0-4ad0-a271-27956c61b255" providerId="ADAL" clId="{1D4DCA73-618C-4859-B4FE-346B490E0918}" dt="2026-07-27T08:28:54.239" v="209" actId="27636"/>
          <ac:spMkLst>
            <pc:docMk/>
            <pc:sldMk cId="407823362" sldId="394"/>
            <ac:spMk id="6" creationId="{F15E70B5-2C52-8B44-E51F-B7B352CE44BF}"/>
          </ac:spMkLst>
        </pc:spChg>
      </pc:sldChg>
      <pc:sldChg chg="addSp delSp modSp add mod">
        <pc:chgData name="Deepak Shirke" userId="2c519926-dfa0-4ad0-a271-27956c61b255" providerId="ADAL" clId="{1D4DCA73-618C-4859-B4FE-346B490E0918}" dt="2026-07-27T08:28:54.270" v="211" actId="27636"/>
        <pc:sldMkLst>
          <pc:docMk/>
          <pc:sldMk cId="2188958723" sldId="395"/>
        </pc:sldMkLst>
        <pc:spChg chg="del">
          <ac:chgData name="Deepak Shirke" userId="2c519926-dfa0-4ad0-a271-27956c61b255" providerId="ADAL" clId="{1D4DCA73-618C-4859-B4FE-346B490E0918}" dt="2026-07-27T08:26:38.447" v="178" actId="478"/>
          <ac:spMkLst>
            <pc:docMk/>
            <pc:sldMk cId="2188958723" sldId="395"/>
            <ac:spMk id="2" creationId="{560E79C5-18C6-4CF1-01A3-3F4967501F62}"/>
          </ac:spMkLst>
        </pc:spChg>
        <pc:spChg chg="mod">
          <ac:chgData name="Deepak Shirke" userId="2c519926-dfa0-4ad0-a271-27956c61b255" providerId="ADAL" clId="{1D4DCA73-618C-4859-B4FE-346B490E0918}" dt="2026-07-27T08:28:54.270" v="211" actId="27636"/>
          <ac:spMkLst>
            <pc:docMk/>
            <pc:sldMk cId="2188958723" sldId="395"/>
            <ac:spMk id="3" creationId="{B97ED25C-50E4-95D3-9190-FCB4156475A4}"/>
          </ac:spMkLst>
        </pc:spChg>
        <pc:spChg chg="add mod">
          <ac:chgData name="Deepak Shirke" userId="2c519926-dfa0-4ad0-a271-27956c61b255" providerId="ADAL" clId="{1D4DCA73-618C-4859-B4FE-346B490E0918}" dt="2026-07-27T08:26:46.953" v="179" actId="1076"/>
          <ac:spMkLst>
            <pc:docMk/>
            <pc:sldMk cId="2188958723" sldId="395"/>
            <ac:spMk id="4" creationId="{C2451C27-31F4-F334-2E3C-54CBBDB4E359}"/>
          </ac:spMkLst>
        </pc:spChg>
        <pc:spChg chg="add del mod">
          <ac:chgData name="Deepak Shirke" userId="2c519926-dfa0-4ad0-a271-27956c61b255" providerId="ADAL" clId="{1D4DCA73-618C-4859-B4FE-346B490E0918}" dt="2026-07-27T08:27:05.095" v="180" actId="478"/>
          <ac:spMkLst>
            <pc:docMk/>
            <pc:sldMk cId="2188958723" sldId="395"/>
            <ac:spMk id="6" creationId="{4F6548C9-16DF-2BC2-8DE3-67C26D86E0DD}"/>
          </ac:spMkLst>
        </pc:spChg>
      </pc:sldChg>
      <pc:sldChg chg="modSp new mod">
        <pc:chgData name="Deepak Shirke" userId="2c519926-dfa0-4ad0-a271-27956c61b255" providerId="ADAL" clId="{1D4DCA73-618C-4859-B4FE-346B490E0918}" dt="2026-07-27T08:33:59.412" v="280" actId="404"/>
        <pc:sldMkLst>
          <pc:docMk/>
          <pc:sldMk cId="334496049" sldId="396"/>
        </pc:sldMkLst>
        <pc:spChg chg="mod">
          <ac:chgData name="Deepak Shirke" userId="2c519926-dfa0-4ad0-a271-27956c61b255" providerId="ADAL" clId="{1D4DCA73-618C-4859-B4FE-346B490E0918}" dt="2026-07-27T08:33:59.412" v="280" actId="404"/>
          <ac:spMkLst>
            <pc:docMk/>
            <pc:sldMk cId="334496049" sldId="396"/>
            <ac:spMk id="2" creationId="{8BB24ED6-6B03-B341-8CF8-B2C79CAB96F1}"/>
          </ac:spMkLst>
        </pc:spChg>
        <pc:spChg chg="mod">
          <ac:chgData name="Deepak Shirke" userId="2c519926-dfa0-4ad0-a271-27956c61b255" providerId="ADAL" clId="{1D4DCA73-618C-4859-B4FE-346B490E0918}" dt="2026-07-27T08:33:52.232" v="277" actId="14100"/>
          <ac:spMkLst>
            <pc:docMk/>
            <pc:sldMk cId="334496049" sldId="396"/>
            <ac:spMk id="3" creationId="{C3C068CE-ADF2-68D3-9A07-0DAFFA69ACE8}"/>
          </ac:spMkLst>
        </pc:spChg>
      </pc:sldChg>
      <pc:sldChg chg="modSp new mod">
        <pc:chgData name="Deepak Shirke" userId="2c519926-dfa0-4ad0-a271-27956c61b255" providerId="ADAL" clId="{1D4DCA73-618C-4859-B4FE-346B490E0918}" dt="2026-07-27T08:34:27.841" v="289" actId="14100"/>
        <pc:sldMkLst>
          <pc:docMk/>
          <pc:sldMk cId="2806052463" sldId="397"/>
        </pc:sldMkLst>
        <pc:spChg chg="mod">
          <ac:chgData name="Deepak Shirke" userId="2c519926-dfa0-4ad0-a271-27956c61b255" providerId="ADAL" clId="{1D4DCA73-618C-4859-B4FE-346B490E0918}" dt="2026-07-27T08:34:12.876" v="283" actId="404"/>
          <ac:spMkLst>
            <pc:docMk/>
            <pc:sldMk cId="2806052463" sldId="397"/>
            <ac:spMk id="2" creationId="{74421789-BD33-38AB-8D2C-4016D4D04B50}"/>
          </ac:spMkLst>
        </pc:spChg>
        <pc:spChg chg="mod">
          <ac:chgData name="Deepak Shirke" userId="2c519926-dfa0-4ad0-a271-27956c61b255" providerId="ADAL" clId="{1D4DCA73-618C-4859-B4FE-346B490E0918}" dt="2026-07-27T08:34:27.841" v="289" actId="14100"/>
          <ac:spMkLst>
            <pc:docMk/>
            <pc:sldMk cId="2806052463" sldId="397"/>
            <ac:spMk id="3" creationId="{B55FD91E-6913-5A44-5830-0E213766BD4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6CFF66-C9C3-4E81-A0C2-668A1388043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45340501-476C-4E76-924E-DAAD1023685F}">
      <dgm:prSet phldrT="[Text]" custT="1"/>
      <dgm:spPr/>
      <dgm:t>
        <a:bodyPr/>
        <a:lstStyle/>
        <a:p>
          <a:r>
            <a:rPr lang="en-US" sz="2800" dirty="0"/>
            <a:t>Customer Value</a:t>
          </a:r>
        </a:p>
      </dgm:t>
    </dgm:pt>
    <dgm:pt modelId="{01D7660A-7BFA-4D71-84F7-3BCCD11D98E1}" type="parTrans" cxnId="{6B24BE8A-A948-42BD-BD67-08DCCD212904}">
      <dgm:prSet/>
      <dgm:spPr/>
      <dgm:t>
        <a:bodyPr/>
        <a:lstStyle/>
        <a:p>
          <a:endParaRPr lang="en-US" sz="2800"/>
        </a:p>
      </dgm:t>
    </dgm:pt>
    <dgm:pt modelId="{06CF2F5C-D967-45A1-A2B3-9F64B9B7753F}" type="sibTrans" cxnId="{6B24BE8A-A948-42BD-BD67-08DCCD212904}">
      <dgm:prSet/>
      <dgm:spPr/>
      <dgm:t>
        <a:bodyPr/>
        <a:lstStyle/>
        <a:p>
          <a:endParaRPr lang="en-US" sz="2800"/>
        </a:p>
      </dgm:t>
    </dgm:pt>
    <dgm:pt modelId="{540B0C36-7236-4035-8E39-52AD59F2ADA6}">
      <dgm:prSet phldrT="[Text]" custT="1"/>
      <dgm:spPr/>
      <dgm:t>
        <a:bodyPr/>
        <a:lstStyle/>
        <a:p>
          <a:r>
            <a:rPr lang="en-US" sz="2000" b="0" i="0" dirty="0"/>
            <a:t>Difference between the customers evaluation of all benefits and all the costs of an offering and the perceived alternatives. </a:t>
          </a:r>
          <a:endParaRPr lang="en-US" sz="2000" dirty="0"/>
        </a:p>
      </dgm:t>
    </dgm:pt>
    <dgm:pt modelId="{1CC999EC-B05B-4C98-867D-75B4770D433F}" type="parTrans" cxnId="{F0ADB510-0239-431A-BA1B-2E3D33A3B11B}">
      <dgm:prSet/>
      <dgm:spPr/>
      <dgm:t>
        <a:bodyPr/>
        <a:lstStyle/>
        <a:p>
          <a:endParaRPr lang="en-US" sz="2800"/>
        </a:p>
      </dgm:t>
    </dgm:pt>
    <dgm:pt modelId="{B3059CFB-B9F6-43E6-81BD-F5A185EDAD68}" type="sibTrans" cxnId="{F0ADB510-0239-431A-BA1B-2E3D33A3B11B}">
      <dgm:prSet/>
      <dgm:spPr/>
      <dgm:t>
        <a:bodyPr/>
        <a:lstStyle/>
        <a:p>
          <a:endParaRPr lang="en-US" sz="2800"/>
        </a:p>
      </dgm:t>
    </dgm:pt>
    <dgm:pt modelId="{189074D1-0093-46D5-A2DA-C47F3D58AD7E}">
      <dgm:prSet phldrT="[Text]" custT="1"/>
      <dgm:spPr/>
      <dgm:t>
        <a:bodyPr/>
        <a:lstStyle/>
        <a:p>
          <a:r>
            <a:rPr lang="en-US" sz="2800" dirty="0"/>
            <a:t>Customer Satisfaction</a:t>
          </a:r>
        </a:p>
      </dgm:t>
    </dgm:pt>
    <dgm:pt modelId="{3CB9073A-A394-4FEF-B1C8-94EA0A90420F}" type="parTrans" cxnId="{07EE8031-F797-49AA-A825-EF99BBBF4C77}">
      <dgm:prSet/>
      <dgm:spPr/>
      <dgm:t>
        <a:bodyPr/>
        <a:lstStyle/>
        <a:p>
          <a:endParaRPr lang="en-US" sz="2800"/>
        </a:p>
      </dgm:t>
    </dgm:pt>
    <dgm:pt modelId="{B9EA707A-1969-4D18-B98D-3664801B9942}" type="sibTrans" cxnId="{07EE8031-F797-49AA-A825-EF99BBBF4C77}">
      <dgm:prSet/>
      <dgm:spPr/>
      <dgm:t>
        <a:bodyPr/>
        <a:lstStyle/>
        <a:p>
          <a:endParaRPr lang="en-US" sz="2800"/>
        </a:p>
      </dgm:t>
    </dgm:pt>
    <dgm:pt modelId="{EEC0DF51-0D0B-4526-ADF1-9B09EEC0C7E8}">
      <dgm:prSet phldrT="[Text]" custT="1"/>
      <dgm:spPr/>
      <dgm:t>
        <a:bodyPr/>
        <a:lstStyle/>
        <a:p>
          <a:r>
            <a:rPr lang="en-US" sz="2000" b="0" i="0" dirty="0"/>
            <a:t>A feeling of pleasure or disappointment that result from comparing a product performance ( or outcome) to expectations. </a:t>
          </a:r>
          <a:endParaRPr lang="en-US" sz="2000" dirty="0"/>
        </a:p>
      </dgm:t>
    </dgm:pt>
    <dgm:pt modelId="{56D9A1A0-1960-46BC-8EA1-58D9758CA48C}" type="parTrans" cxnId="{DF03C616-D7A6-4C16-BEB9-D9BAEC2C2DC0}">
      <dgm:prSet/>
      <dgm:spPr/>
      <dgm:t>
        <a:bodyPr/>
        <a:lstStyle/>
        <a:p>
          <a:endParaRPr lang="en-US" sz="2800"/>
        </a:p>
      </dgm:t>
    </dgm:pt>
    <dgm:pt modelId="{2B2C85BE-4452-4361-AFEF-D235AE53C3C1}" type="sibTrans" cxnId="{DF03C616-D7A6-4C16-BEB9-D9BAEC2C2DC0}">
      <dgm:prSet/>
      <dgm:spPr/>
      <dgm:t>
        <a:bodyPr/>
        <a:lstStyle/>
        <a:p>
          <a:endParaRPr lang="en-US" sz="2800"/>
        </a:p>
      </dgm:t>
    </dgm:pt>
    <dgm:pt modelId="{ABE07590-167A-4E92-8981-5587FA51D3F8}">
      <dgm:prSet phldrT="[Text]" custT="1"/>
      <dgm:spPr/>
      <dgm:t>
        <a:bodyPr/>
        <a:lstStyle/>
        <a:p>
          <a:r>
            <a:rPr lang="en-US" sz="2800" dirty="0"/>
            <a:t>Customer Delight</a:t>
          </a:r>
        </a:p>
      </dgm:t>
    </dgm:pt>
    <dgm:pt modelId="{53F7FDEC-BDFC-452A-9B8C-8B55B651F721}" type="parTrans" cxnId="{75BF602E-DF3E-40CE-B07C-86C4C134EC07}">
      <dgm:prSet/>
      <dgm:spPr/>
      <dgm:t>
        <a:bodyPr/>
        <a:lstStyle/>
        <a:p>
          <a:endParaRPr lang="en-US" sz="2800"/>
        </a:p>
      </dgm:t>
    </dgm:pt>
    <dgm:pt modelId="{DFEAF168-DEF9-489A-A28D-4DCD8E4D5167}" type="sibTrans" cxnId="{75BF602E-DF3E-40CE-B07C-86C4C134EC07}">
      <dgm:prSet/>
      <dgm:spPr/>
      <dgm:t>
        <a:bodyPr/>
        <a:lstStyle/>
        <a:p>
          <a:endParaRPr lang="en-US" sz="2800"/>
        </a:p>
      </dgm:t>
    </dgm:pt>
    <dgm:pt modelId="{965C5195-FC2F-4159-92FE-B23572EFF17A}">
      <dgm:prSet phldrT="[Text]" custT="1"/>
      <dgm:spPr/>
      <dgm:t>
        <a:bodyPr/>
        <a:lstStyle/>
        <a:p>
          <a:r>
            <a:rPr lang="en-US" sz="2000" b="0" i="0" dirty="0"/>
            <a:t>Surprising a customer by exceeding his or her expectations and thus creating a positive emotional reaction.</a:t>
          </a:r>
          <a:endParaRPr lang="en-US" sz="2000" b="0" dirty="0"/>
        </a:p>
      </dgm:t>
    </dgm:pt>
    <dgm:pt modelId="{8F7F3713-F2EA-4402-AE18-A607FAAB78B7}" type="parTrans" cxnId="{1EF0A942-2C91-4FF1-ADC8-8494FAC182BE}">
      <dgm:prSet/>
      <dgm:spPr/>
      <dgm:t>
        <a:bodyPr/>
        <a:lstStyle/>
        <a:p>
          <a:endParaRPr lang="en-US" sz="2800"/>
        </a:p>
      </dgm:t>
    </dgm:pt>
    <dgm:pt modelId="{6CD64B11-5686-4B36-992F-88FA1305A2C2}" type="sibTrans" cxnId="{1EF0A942-2C91-4FF1-ADC8-8494FAC182BE}">
      <dgm:prSet/>
      <dgm:spPr/>
      <dgm:t>
        <a:bodyPr/>
        <a:lstStyle/>
        <a:p>
          <a:endParaRPr lang="en-US" sz="2800"/>
        </a:p>
      </dgm:t>
    </dgm:pt>
    <dgm:pt modelId="{88567A3C-0BA1-44AA-87E5-1D534906C8FE}">
      <dgm:prSet phldrT="[Text]" custT="1"/>
      <dgm:spPr/>
      <dgm:t>
        <a:bodyPr/>
        <a:lstStyle/>
        <a:p>
          <a:r>
            <a:rPr lang="en-US" sz="2800" dirty="0"/>
            <a:t>Customer Loyalty</a:t>
          </a:r>
        </a:p>
      </dgm:t>
    </dgm:pt>
    <dgm:pt modelId="{E3C00171-8AF7-499F-8031-DEBA6427CE8A}" type="parTrans" cxnId="{A071E52F-DDCB-4FFA-B888-1F754B46253E}">
      <dgm:prSet/>
      <dgm:spPr/>
      <dgm:t>
        <a:bodyPr/>
        <a:lstStyle/>
        <a:p>
          <a:endParaRPr lang="en-US" sz="2800"/>
        </a:p>
      </dgm:t>
    </dgm:pt>
    <dgm:pt modelId="{069709AA-2E19-4BA4-A875-DBA1A0FF5B04}" type="sibTrans" cxnId="{A071E52F-DDCB-4FFA-B888-1F754B46253E}">
      <dgm:prSet/>
      <dgm:spPr/>
      <dgm:t>
        <a:bodyPr/>
        <a:lstStyle/>
        <a:p>
          <a:endParaRPr lang="en-US" sz="2800"/>
        </a:p>
      </dgm:t>
    </dgm:pt>
    <dgm:pt modelId="{E8A79794-1883-4824-AC22-56E4B9CE9BB4}">
      <dgm:prSet phldrT="[Text]" custT="1"/>
      <dgm:spPr/>
      <dgm:t>
        <a:bodyPr/>
        <a:lstStyle/>
        <a:p>
          <a:r>
            <a:rPr lang="en-US" sz="2000" b="0" i="0" dirty="0"/>
            <a:t>Consistent purchase of a certain product or brand over an extended period of time.</a:t>
          </a:r>
          <a:endParaRPr lang="en-US" sz="2000" dirty="0"/>
        </a:p>
      </dgm:t>
    </dgm:pt>
    <dgm:pt modelId="{E87C4479-9E4E-4F08-8A74-1766AB030274}" type="parTrans" cxnId="{21630304-E458-44D0-B3C0-EFD61D7641EE}">
      <dgm:prSet/>
      <dgm:spPr/>
      <dgm:t>
        <a:bodyPr/>
        <a:lstStyle/>
        <a:p>
          <a:endParaRPr lang="en-US" sz="2800"/>
        </a:p>
      </dgm:t>
    </dgm:pt>
    <dgm:pt modelId="{F1A6859E-706A-46BB-A0E7-CB7C268C1C22}" type="sibTrans" cxnId="{21630304-E458-44D0-B3C0-EFD61D7641EE}">
      <dgm:prSet/>
      <dgm:spPr/>
      <dgm:t>
        <a:bodyPr/>
        <a:lstStyle/>
        <a:p>
          <a:endParaRPr lang="en-US" sz="2800"/>
        </a:p>
      </dgm:t>
    </dgm:pt>
    <dgm:pt modelId="{06CE495F-7737-4CAD-9FF1-6964D439E628}">
      <dgm:prSet phldrT="[Text]" custT="1"/>
      <dgm:spPr/>
      <dgm:t>
        <a:bodyPr/>
        <a:lstStyle/>
        <a:p>
          <a:r>
            <a:rPr lang="en-US" sz="2000" b="0" i="0" dirty="0"/>
            <a:t>Customer value increased by raising economic, functional, emotional benefits or reducing costs.</a:t>
          </a:r>
          <a:endParaRPr lang="en-US" sz="2000" dirty="0"/>
        </a:p>
      </dgm:t>
    </dgm:pt>
    <dgm:pt modelId="{891ACF43-6EC4-4F58-A190-8C214824FFD3}" type="parTrans" cxnId="{F19FCA9F-E539-4AA1-B584-A673EE464346}">
      <dgm:prSet/>
      <dgm:spPr/>
      <dgm:t>
        <a:bodyPr/>
        <a:lstStyle/>
        <a:p>
          <a:endParaRPr lang="en-US"/>
        </a:p>
      </dgm:t>
    </dgm:pt>
    <dgm:pt modelId="{ECACB47F-70B1-4B96-8822-EC45B87FA37D}" type="sibTrans" cxnId="{F19FCA9F-E539-4AA1-B584-A673EE464346}">
      <dgm:prSet/>
      <dgm:spPr/>
      <dgm:t>
        <a:bodyPr/>
        <a:lstStyle/>
        <a:p>
          <a:endParaRPr lang="en-US"/>
        </a:p>
      </dgm:t>
    </dgm:pt>
    <dgm:pt modelId="{A720D683-4E81-422B-AF3C-F3E60397754F}" type="pres">
      <dgm:prSet presAssocID="{7D6CFF66-C9C3-4E81-A0C2-668A1388043A}" presName="Name0" presStyleCnt="0">
        <dgm:presLayoutVars>
          <dgm:dir/>
          <dgm:animLvl val="lvl"/>
          <dgm:resizeHandles val="exact"/>
        </dgm:presLayoutVars>
      </dgm:prSet>
      <dgm:spPr/>
    </dgm:pt>
    <dgm:pt modelId="{967B9F94-96CB-4F1C-B0FF-CE7B496291D3}" type="pres">
      <dgm:prSet presAssocID="{45340501-476C-4E76-924E-DAAD1023685F}" presName="linNode" presStyleCnt="0"/>
      <dgm:spPr/>
    </dgm:pt>
    <dgm:pt modelId="{E7DC6800-C6A0-4046-BA34-8A396488126B}" type="pres">
      <dgm:prSet presAssocID="{45340501-476C-4E76-924E-DAAD1023685F}" presName="parentText" presStyleLbl="node1" presStyleIdx="0" presStyleCnt="4" custScaleX="66667" custScaleY="44878">
        <dgm:presLayoutVars>
          <dgm:chMax val="1"/>
          <dgm:bulletEnabled val="1"/>
        </dgm:presLayoutVars>
      </dgm:prSet>
      <dgm:spPr/>
    </dgm:pt>
    <dgm:pt modelId="{92333A60-0D5F-4676-9A22-939C74F7975A}" type="pres">
      <dgm:prSet presAssocID="{45340501-476C-4E76-924E-DAAD1023685F}" presName="descendantText" presStyleLbl="alignAccFollowNode1" presStyleIdx="0" presStyleCnt="4" custScaleX="118866" custScaleY="73600" custLinFactNeighborY="-1221">
        <dgm:presLayoutVars>
          <dgm:bulletEnabled val="1"/>
        </dgm:presLayoutVars>
      </dgm:prSet>
      <dgm:spPr/>
    </dgm:pt>
    <dgm:pt modelId="{98EA4096-92D0-43EB-87A6-4FCA4DA6F6C2}" type="pres">
      <dgm:prSet presAssocID="{06CF2F5C-D967-45A1-A2B3-9F64B9B7753F}" presName="sp" presStyleCnt="0"/>
      <dgm:spPr/>
    </dgm:pt>
    <dgm:pt modelId="{E8FAF675-9C64-48DD-8EC4-AC1384A4EEEA}" type="pres">
      <dgm:prSet presAssocID="{189074D1-0093-46D5-A2DA-C47F3D58AD7E}" presName="linNode" presStyleCnt="0"/>
      <dgm:spPr/>
    </dgm:pt>
    <dgm:pt modelId="{92E1939E-9AF3-4FCE-9C3E-8C6EECD803D7}" type="pres">
      <dgm:prSet presAssocID="{189074D1-0093-46D5-A2DA-C47F3D58AD7E}" presName="parentText" presStyleLbl="node1" presStyleIdx="1" presStyleCnt="4" custScaleX="66667" custScaleY="65739">
        <dgm:presLayoutVars>
          <dgm:chMax val="1"/>
          <dgm:bulletEnabled val="1"/>
        </dgm:presLayoutVars>
      </dgm:prSet>
      <dgm:spPr/>
    </dgm:pt>
    <dgm:pt modelId="{29D20659-0F17-4EBE-BC2D-C0A48958C212}" type="pres">
      <dgm:prSet presAssocID="{189074D1-0093-46D5-A2DA-C47F3D58AD7E}" presName="descendantText" presStyleLbl="alignAccFollowNode1" presStyleIdx="1" presStyleCnt="4" custScaleX="118866" custScaleY="59692">
        <dgm:presLayoutVars>
          <dgm:bulletEnabled val="1"/>
        </dgm:presLayoutVars>
      </dgm:prSet>
      <dgm:spPr/>
    </dgm:pt>
    <dgm:pt modelId="{4FAA457E-8628-46FE-AB7E-75FC358215A6}" type="pres">
      <dgm:prSet presAssocID="{B9EA707A-1969-4D18-B98D-3664801B9942}" presName="sp" presStyleCnt="0"/>
      <dgm:spPr/>
    </dgm:pt>
    <dgm:pt modelId="{E03A324C-83F4-4E11-B10D-CCE47E4220EC}" type="pres">
      <dgm:prSet presAssocID="{ABE07590-167A-4E92-8981-5587FA51D3F8}" presName="linNode" presStyleCnt="0"/>
      <dgm:spPr/>
    </dgm:pt>
    <dgm:pt modelId="{0189375C-7004-4816-9528-263F56280668}" type="pres">
      <dgm:prSet presAssocID="{ABE07590-167A-4E92-8981-5587FA51D3F8}" presName="parentText" presStyleLbl="node1" presStyleIdx="2" presStyleCnt="4" custScaleX="66667" custScaleY="74762">
        <dgm:presLayoutVars>
          <dgm:chMax val="1"/>
          <dgm:bulletEnabled val="1"/>
        </dgm:presLayoutVars>
      </dgm:prSet>
      <dgm:spPr/>
    </dgm:pt>
    <dgm:pt modelId="{3613B744-92B8-4C60-A0C7-E4DB5975E857}" type="pres">
      <dgm:prSet presAssocID="{ABE07590-167A-4E92-8981-5587FA51D3F8}" presName="descendantText" presStyleLbl="alignAccFollowNode1" presStyleIdx="2" presStyleCnt="4" custScaleX="118866" custScaleY="69834">
        <dgm:presLayoutVars>
          <dgm:bulletEnabled val="1"/>
        </dgm:presLayoutVars>
      </dgm:prSet>
      <dgm:spPr/>
    </dgm:pt>
    <dgm:pt modelId="{6BAB55CC-AEEB-4954-90FA-048710C30CDD}" type="pres">
      <dgm:prSet presAssocID="{DFEAF168-DEF9-489A-A28D-4DCD8E4D5167}" presName="sp" presStyleCnt="0"/>
      <dgm:spPr/>
    </dgm:pt>
    <dgm:pt modelId="{8E35E095-353D-493A-B9C7-3AD20AAB9705}" type="pres">
      <dgm:prSet presAssocID="{88567A3C-0BA1-44AA-87E5-1D534906C8FE}" presName="linNode" presStyleCnt="0"/>
      <dgm:spPr/>
    </dgm:pt>
    <dgm:pt modelId="{BBFE519D-EFEE-4195-AD76-9F72514290FD}" type="pres">
      <dgm:prSet presAssocID="{88567A3C-0BA1-44AA-87E5-1D534906C8FE}" presName="parentText" presStyleLbl="node1" presStyleIdx="3" presStyleCnt="4" custScaleX="66667" custScaleY="37721" custLinFactNeighborX="15" custLinFactNeighborY="208">
        <dgm:presLayoutVars>
          <dgm:chMax val="1"/>
          <dgm:bulletEnabled val="1"/>
        </dgm:presLayoutVars>
      </dgm:prSet>
      <dgm:spPr/>
    </dgm:pt>
    <dgm:pt modelId="{1083BC9D-FF9D-47FB-8CF9-5532809C98D2}" type="pres">
      <dgm:prSet presAssocID="{88567A3C-0BA1-44AA-87E5-1D534906C8FE}" presName="descendantText" presStyleLbl="alignAccFollowNode1" presStyleIdx="3" presStyleCnt="4" custScaleX="118866" custScaleY="49150">
        <dgm:presLayoutVars>
          <dgm:bulletEnabled val="1"/>
        </dgm:presLayoutVars>
      </dgm:prSet>
      <dgm:spPr/>
    </dgm:pt>
  </dgm:ptLst>
  <dgm:cxnLst>
    <dgm:cxn modelId="{21630304-E458-44D0-B3C0-EFD61D7641EE}" srcId="{88567A3C-0BA1-44AA-87E5-1D534906C8FE}" destId="{E8A79794-1883-4824-AC22-56E4B9CE9BB4}" srcOrd="0" destOrd="0" parTransId="{E87C4479-9E4E-4F08-8A74-1766AB030274}" sibTransId="{F1A6859E-706A-46BB-A0E7-CB7C268C1C22}"/>
    <dgm:cxn modelId="{F0ADB510-0239-431A-BA1B-2E3D33A3B11B}" srcId="{45340501-476C-4E76-924E-DAAD1023685F}" destId="{540B0C36-7236-4035-8E39-52AD59F2ADA6}" srcOrd="0" destOrd="0" parTransId="{1CC999EC-B05B-4C98-867D-75B4770D433F}" sibTransId="{B3059CFB-B9F6-43E6-81BD-F5A185EDAD68}"/>
    <dgm:cxn modelId="{4667E514-E2BB-46BC-918D-69F48D1F8F07}" type="presOf" srcId="{06CE495F-7737-4CAD-9FF1-6964D439E628}" destId="{92333A60-0D5F-4676-9A22-939C74F7975A}" srcOrd="0" destOrd="1" presId="urn:microsoft.com/office/officeart/2005/8/layout/vList5"/>
    <dgm:cxn modelId="{DF03C616-D7A6-4C16-BEB9-D9BAEC2C2DC0}" srcId="{189074D1-0093-46D5-A2DA-C47F3D58AD7E}" destId="{EEC0DF51-0D0B-4526-ADF1-9B09EEC0C7E8}" srcOrd="0" destOrd="0" parTransId="{56D9A1A0-1960-46BC-8EA1-58D9758CA48C}" sibTransId="{2B2C85BE-4452-4361-AFEF-D235AE53C3C1}"/>
    <dgm:cxn modelId="{75BF602E-DF3E-40CE-B07C-86C4C134EC07}" srcId="{7D6CFF66-C9C3-4E81-A0C2-668A1388043A}" destId="{ABE07590-167A-4E92-8981-5587FA51D3F8}" srcOrd="2" destOrd="0" parTransId="{53F7FDEC-BDFC-452A-9B8C-8B55B651F721}" sibTransId="{DFEAF168-DEF9-489A-A28D-4DCD8E4D5167}"/>
    <dgm:cxn modelId="{A071E52F-DDCB-4FFA-B888-1F754B46253E}" srcId="{7D6CFF66-C9C3-4E81-A0C2-668A1388043A}" destId="{88567A3C-0BA1-44AA-87E5-1D534906C8FE}" srcOrd="3" destOrd="0" parTransId="{E3C00171-8AF7-499F-8031-DEBA6427CE8A}" sibTransId="{069709AA-2E19-4BA4-A875-DBA1A0FF5B04}"/>
    <dgm:cxn modelId="{07EE8031-F797-49AA-A825-EF99BBBF4C77}" srcId="{7D6CFF66-C9C3-4E81-A0C2-668A1388043A}" destId="{189074D1-0093-46D5-A2DA-C47F3D58AD7E}" srcOrd="1" destOrd="0" parTransId="{3CB9073A-A394-4FEF-B1C8-94EA0A90420F}" sibTransId="{B9EA707A-1969-4D18-B98D-3664801B9942}"/>
    <dgm:cxn modelId="{1EF0A942-2C91-4FF1-ADC8-8494FAC182BE}" srcId="{ABE07590-167A-4E92-8981-5587FA51D3F8}" destId="{965C5195-FC2F-4159-92FE-B23572EFF17A}" srcOrd="0" destOrd="0" parTransId="{8F7F3713-F2EA-4402-AE18-A607FAAB78B7}" sibTransId="{6CD64B11-5686-4B36-992F-88FA1305A2C2}"/>
    <dgm:cxn modelId="{4139B975-1CF1-4773-816E-E1BE4D7689CB}" type="presOf" srcId="{189074D1-0093-46D5-A2DA-C47F3D58AD7E}" destId="{92E1939E-9AF3-4FCE-9C3E-8C6EECD803D7}" srcOrd="0" destOrd="0" presId="urn:microsoft.com/office/officeart/2005/8/layout/vList5"/>
    <dgm:cxn modelId="{54D1F457-BB87-4840-933C-D79758F92E6A}" type="presOf" srcId="{E8A79794-1883-4824-AC22-56E4B9CE9BB4}" destId="{1083BC9D-FF9D-47FB-8CF9-5532809C98D2}" srcOrd="0" destOrd="0" presId="urn:microsoft.com/office/officeart/2005/8/layout/vList5"/>
    <dgm:cxn modelId="{85F08F83-D070-4144-8D5B-E93B5BBC274C}" type="presOf" srcId="{45340501-476C-4E76-924E-DAAD1023685F}" destId="{E7DC6800-C6A0-4046-BA34-8A396488126B}" srcOrd="0" destOrd="0" presId="urn:microsoft.com/office/officeart/2005/8/layout/vList5"/>
    <dgm:cxn modelId="{6B24BE8A-A948-42BD-BD67-08DCCD212904}" srcId="{7D6CFF66-C9C3-4E81-A0C2-668A1388043A}" destId="{45340501-476C-4E76-924E-DAAD1023685F}" srcOrd="0" destOrd="0" parTransId="{01D7660A-7BFA-4D71-84F7-3BCCD11D98E1}" sibTransId="{06CF2F5C-D967-45A1-A2B3-9F64B9B7753F}"/>
    <dgm:cxn modelId="{CBD19E8B-AFC7-40C8-AB73-2AD3191B8024}" type="presOf" srcId="{965C5195-FC2F-4159-92FE-B23572EFF17A}" destId="{3613B744-92B8-4C60-A0C7-E4DB5975E857}" srcOrd="0" destOrd="0" presId="urn:microsoft.com/office/officeart/2005/8/layout/vList5"/>
    <dgm:cxn modelId="{DA91578D-39C3-44DB-8F5A-92178A4A101D}" type="presOf" srcId="{88567A3C-0BA1-44AA-87E5-1D534906C8FE}" destId="{BBFE519D-EFEE-4195-AD76-9F72514290FD}" srcOrd="0" destOrd="0" presId="urn:microsoft.com/office/officeart/2005/8/layout/vList5"/>
    <dgm:cxn modelId="{F19FCA9F-E539-4AA1-B584-A673EE464346}" srcId="{45340501-476C-4E76-924E-DAAD1023685F}" destId="{06CE495F-7737-4CAD-9FF1-6964D439E628}" srcOrd="1" destOrd="0" parTransId="{891ACF43-6EC4-4F58-A190-8C214824FFD3}" sibTransId="{ECACB47F-70B1-4B96-8822-EC45B87FA37D}"/>
    <dgm:cxn modelId="{54F8F7BD-EF89-44EA-BDF3-AEC56E6587DC}" type="presOf" srcId="{ABE07590-167A-4E92-8981-5587FA51D3F8}" destId="{0189375C-7004-4816-9528-263F56280668}" srcOrd="0" destOrd="0" presId="urn:microsoft.com/office/officeart/2005/8/layout/vList5"/>
    <dgm:cxn modelId="{EB8ABCD8-2AA6-4018-9409-901204ADA7E2}" type="presOf" srcId="{EEC0DF51-0D0B-4526-ADF1-9B09EEC0C7E8}" destId="{29D20659-0F17-4EBE-BC2D-C0A48958C212}" srcOrd="0" destOrd="0" presId="urn:microsoft.com/office/officeart/2005/8/layout/vList5"/>
    <dgm:cxn modelId="{88842CDF-4EC5-4AF8-B750-817A8037A0D1}" type="presOf" srcId="{7D6CFF66-C9C3-4E81-A0C2-668A1388043A}" destId="{A720D683-4E81-422B-AF3C-F3E60397754F}" srcOrd="0" destOrd="0" presId="urn:microsoft.com/office/officeart/2005/8/layout/vList5"/>
    <dgm:cxn modelId="{1ECAE3F1-9B01-4FE8-8A4B-8D501FB3EF12}" type="presOf" srcId="{540B0C36-7236-4035-8E39-52AD59F2ADA6}" destId="{92333A60-0D5F-4676-9A22-939C74F7975A}" srcOrd="0" destOrd="0" presId="urn:microsoft.com/office/officeart/2005/8/layout/vList5"/>
    <dgm:cxn modelId="{EB751E28-9CB4-4549-91B2-C8C5C82B29FF}" type="presParOf" srcId="{A720D683-4E81-422B-AF3C-F3E60397754F}" destId="{967B9F94-96CB-4F1C-B0FF-CE7B496291D3}" srcOrd="0" destOrd="0" presId="urn:microsoft.com/office/officeart/2005/8/layout/vList5"/>
    <dgm:cxn modelId="{699D6659-0F4E-4B16-B237-82424A2D1B5C}" type="presParOf" srcId="{967B9F94-96CB-4F1C-B0FF-CE7B496291D3}" destId="{E7DC6800-C6A0-4046-BA34-8A396488126B}" srcOrd="0" destOrd="0" presId="urn:microsoft.com/office/officeart/2005/8/layout/vList5"/>
    <dgm:cxn modelId="{ABF71122-B945-4516-8B2A-F72FAEEADB07}" type="presParOf" srcId="{967B9F94-96CB-4F1C-B0FF-CE7B496291D3}" destId="{92333A60-0D5F-4676-9A22-939C74F7975A}" srcOrd="1" destOrd="0" presId="urn:microsoft.com/office/officeart/2005/8/layout/vList5"/>
    <dgm:cxn modelId="{EC68A888-76E8-40FF-8B22-DE71CBE383BA}" type="presParOf" srcId="{A720D683-4E81-422B-AF3C-F3E60397754F}" destId="{98EA4096-92D0-43EB-87A6-4FCA4DA6F6C2}" srcOrd="1" destOrd="0" presId="urn:microsoft.com/office/officeart/2005/8/layout/vList5"/>
    <dgm:cxn modelId="{F5836D85-872A-48E9-A71C-5D20AE67C480}" type="presParOf" srcId="{A720D683-4E81-422B-AF3C-F3E60397754F}" destId="{E8FAF675-9C64-48DD-8EC4-AC1384A4EEEA}" srcOrd="2" destOrd="0" presId="urn:microsoft.com/office/officeart/2005/8/layout/vList5"/>
    <dgm:cxn modelId="{067893C1-AB05-4896-8E40-B3AD30C1DD8F}" type="presParOf" srcId="{E8FAF675-9C64-48DD-8EC4-AC1384A4EEEA}" destId="{92E1939E-9AF3-4FCE-9C3E-8C6EECD803D7}" srcOrd="0" destOrd="0" presId="urn:microsoft.com/office/officeart/2005/8/layout/vList5"/>
    <dgm:cxn modelId="{B469D995-9C29-4A86-90C8-73381B399B80}" type="presParOf" srcId="{E8FAF675-9C64-48DD-8EC4-AC1384A4EEEA}" destId="{29D20659-0F17-4EBE-BC2D-C0A48958C212}" srcOrd="1" destOrd="0" presId="urn:microsoft.com/office/officeart/2005/8/layout/vList5"/>
    <dgm:cxn modelId="{32C69A1D-64FF-4755-86B6-0C9BF7D575D5}" type="presParOf" srcId="{A720D683-4E81-422B-AF3C-F3E60397754F}" destId="{4FAA457E-8628-46FE-AB7E-75FC358215A6}" srcOrd="3" destOrd="0" presId="urn:microsoft.com/office/officeart/2005/8/layout/vList5"/>
    <dgm:cxn modelId="{F077FA7D-EEE4-4362-8174-C944959FE6C5}" type="presParOf" srcId="{A720D683-4E81-422B-AF3C-F3E60397754F}" destId="{E03A324C-83F4-4E11-B10D-CCE47E4220EC}" srcOrd="4" destOrd="0" presId="urn:microsoft.com/office/officeart/2005/8/layout/vList5"/>
    <dgm:cxn modelId="{046A2A6A-54CE-41F9-866D-58598EC4A3F2}" type="presParOf" srcId="{E03A324C-83F4-4E11-B10D-CCE47E4220EC}" destId="{0189375C-7004-4816-9528-263F56280668}" srcOrd="0" destOrd="0" presId="urn:microsoft.com/office/officeart/2005/8/layout/vList5"/>
    <dgm:cxn modelId="{CF19072A-DAC1-4A4C-90CC-B337810FB577}" type="presParOf" srcId="{E03A324C-83F4-4E11-B10D-CCE47E4220EC}" destId="{3613B744-92B8-4C60-A0C7-E4DB5975E857}" srcOrd="1" destOrd="0" presId="urn:microsoft.com/office/officeart/2005/8/layout/vList5"/>
    <dgm:cxn modelId="{E0350270-B0A6-45EC-99F2-C4115CFD6DFD}" type="presParOf" srcId="{A720D683-4E81-422B-AF3C-F3E60397754F}" destId="{6BAB55CC-AEEB-4954-90FA-048710C30CDD}" srcOrd="5" destOrd="0" presId="urn:microsoft.com/office/officeart/2005/8/layout/vList5"/>
    <dgm:cxn modelId="{0658DB32-9429-4127-B208-BF6301314B5B}" type="presParOf" srcId="{A720D683-4E81-422B-AF3C-F3E60397754F}" destId="{8E35E095-353D-493A-B9C7-3AD20AAB9705}" srcOrd="6" destOrd="0" presId="urn:microsoft.com/office/officeart/2005/8/layout/vList5"/>
    <dgm:cxn modelId="{68BD7031-6ADA-4A3E-9546-F87B2560FF1B}" type="presParOf" srcId="{8E35E095-353D-493A-B9C7-3AD20AAB9705}" destId="{BBFE519D-EFEE-4195-AD76-9F72514290FD}" srcOrd="0" destOrd="0" presId="urn:microsoft.com/office/officeart/2005/8/layout/vList5"/>
    <dgm:cxn modelId="{61B0936A-AA0B-4505-9C9E-5801CC980C02}" type="presParOf" srcId="{8E35E095-353D-493A-B9C7-3AD20AAB9705}" destId="{1083BC9D-FF9D-47FB-8CF9-5532809C98D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3D620D-F264-47F1-AC7A-58E6DA5EC763}"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0ED3686B-00CC-49CB-AAF1-89FA39EB7FE9}">
      <dgm:prSet phldrT="[Text]" custT="1"/>
      <dgm:spPr/>
      <dgm:t>
        <a:bodyPr/>
        <a:lstStyle/>
        <a:p>
          <a:r>
            <a:rPr lang="en-US" sz="2400" dirty="0"/>
            <a:t>Company Orientation towards Market Place</a:t>
          </a:r>
        </a:p>
      </dgm:t>
    </dgm:pt>
    <dgm:pt modelId="{63B8A43B-82D3-4358-A547-DB70A446F9FF}" type="parTrans" cxnId="{926C59EC-3DB4-4CA1-A11D-C1140C7548ED}">
      <dgm:prSet/>
      <dgm:spPr/>
      <dgm:t>
        <a:bodyPr/>
        <a:lstStyle/>
        <a:p>
          <a:endParaRPr lang="en-US" sz="2400"/>
        </a:p>
      </dgm:t>
    </dgm:pt>
    <dgm:pt modelId="{AFE61E95-8D99-4E43-99C5-8F424037641E}" type="sibTrans" cxnId="{926C59EC-3DB4-4CA1-A11D-C1140C7548ED}">
      <dgm:prSet/>
      <dgm:spPr/>
      <dgm:t>
        <a:bodyPr/>
        <a:lstStyle/>
        <a:p>
          <a:endParaRPr lang="en-US" sz="2400"/>
        </a:p>
      </dgm:t>
    </dgm:pt>
    <dgm:pt modelId="{915CBB19-48CE-4919-97EA-5DCC260D97BE}">
      <dgm:prSet phldrT="[Text]" custT="1"/>
      <dgm:spPr/>
      <dgm:t>
        <a:bodyPr/>
        <a:lstStyle/>
        <a:p>
          <a:r>
            <a:rPr lang="en-US" sz="2400" dirty="0"/>
            <a:t>Production Concept</a:t>
          </a:r>
        </a:p>
      </dgm:t>
    </dgm:pt>
    <dgm:pt modelId="{5F8CD6FB-62B0-47CE-B5F2-20037727EFEE}" type="parTrans" cxnId="{2B7512CD-809C-4087-9F9B-63E44254849F}">
      <dgm:prSet/>
      <dgm:spPr/>
      <dgm:t>
        <a:bodyPr/>
        <a:lstStyle/>
        <a:p>
          <a:endParaRPr lang="en-US" sz="2400"/>
        </a:p>
      </dgm:t>
    </dgm:pt>
    <dgm:pt modelId="{D55E2A9D-A13D-49A7-BC13-459AB2B65493}" type="sibTrans" cxnId="{2B7512CD-809C-4087-9F9B-63E44254849F}">
      <dgm:prSet/>
      <dgm:spPr/>
      <dgm:t>
        <a:bodyPr/>
        <a:lstStyle/>
        <a:p>
          <a:endParaRPr lang="en-US" sz="2400"/>
        </a:p>
      </dgm:t>
    </dgm:pt>
    <dgm:pt modelId="{8F76F47D-C930-4A39-B1D1-0D78A6F4AA3C}">
      <dgm:prSet phldrT="[Text]" custT="1"/>
      <dgm:spPr/>
      <dgm:t>
        <a:bodyPr/>
        <a:lstStyle/>
        <a:p>
          <a:r>
            <a:rPr lang="en-US" sz="2400" dirty="0"/>
            <a:t>Product Concept</a:t>
          </a:r>
        </a:p>
      </dgm:t>
    </dgm:pt>
    <dgm:pt modelId="{BB9B9360-8CF5-4A2F-84E5-7D611442601A}" type="parTrans" cxnId="{77C2D611-35F4-4EFC-85E6-C7AFC285780A}">
      <dgm:prSet/>
      <dgm:spPr/>
      <dgm:t>
        <a:bodyPr/>
        <a:lstStyle/>
        <a:p>
          <a:endParaRPr lang="en-US" sz="2400"/>
        </a:p>
      </dgm:t>
    </dgm:pt>
    <dgm:pt modelId="{75D12318-023A-4506-B7E1-60AA0BA5D580}" type="sibTrans" cxnId="{77C2D611-35F4-4EFC-85E6-C7AFC285780A}">
      <dgm:prSet/>
      <dgm:spPr/>
      <dgm:t>
        <a:bodyPr/>
        <a:lstStyle/>
        <a:p>
          <a:endParaRPr lang="en-US" sz="2400"/>
        </a:p>
      </dgm:t>
    </dgm:pt>
    <dgm:pt modelId="{F19B2BB6-5F17-4AFE-8D48-889C501B59F4}">
      <dgm:prSet phldrT="[Text]" custT="1"/>
      <dgm:spPr/>
      <dgm:t>
        <a:bodyPr/>
        <a:lstStyle/>
        <a:p>
          <a:r>
            <a:rPr lang="en-US" sz="2400" dirty="0"/>
            <a:t>Selling Concept</a:t>
          </a:r>
        </a:p>
      </dgm:t>
    </dgm:pt>
    <dgm:pt modelId="{44541FD6-310E-44E2-968C-46FC0273BAE1}" type="parTrans" cxnId="{501EF7C3-2AC4-49DF-ABD0-F4F10E9F4E6D}">
      <dgm:prSet/>
      <dgm:spPr/>
      <dgm:t>
        <a:bodyPr/>
        <a:lstStyle/>
        <a:p>
          <a:endParaRPr lang="en-US" sz="2400"/>
        </a:p>
      </dgm:t>
    </dgm:pt>
    <dgm:pt modelId="{B349D972-9B13-4126-B1DE-8C7AC7594AA1}" type="sibTrans" cxnId="{501EF7C3-2AC4-49DF-ABD0-F4F10E9F4E6D}">
      <dgm:prSet/>
      <dgm:spPr/>
      <dgm:t>
        <a:bodyPr/>
        <a:lstStyle/>
        <a:p>
          <a:endParaRPr lang="en-US" sz="2400"/>
        </a:p>
      </dgm:t>
    </dgm:pt>
    <dgm:pt modelId="{D182DDEF-B6B7-4761-B7E3-46027382D92A}">
      <dgm:prSet phldrT="[Text]" custT="1"/>
      <dgm:spPr/>
      <dgm:t>
        <a:bodyPr/>
        <a:lstStyle/>
        <a:p>
          <a:r>
            <a:rPr lang="en-US" sz="2400" dirty="0"/>
            <a:t>Marketing Concept</a:t>
          </a:r>
        </a:p>
      </dgm:t>
    </dgm:pt>
    <dgm:pt modelId="{992CBD22-A25D-4E4D-BE57-06BE379B4F24}" type="parTrans" cxnId="{92224FFE-482D-4FC8-BF41-9770CC2CD0F4}">
      <dgm:prSet/>
      <dgm:spPr/>
      <dgm:t>
        <a:bodyPr/>
        <a:lstStyle/>
        <a:p>
          <a:endParaRPr lang="en-US" sz="2400"/>
        </a:p>
      </dgm:t>
    </dgm:pt>
    <dgm:pt modelId="{9E2B3F4A-EAF3-471B-A49D-13611E938609}" type="sibTrans" cxnId="{92224FFE-482D-4FC8-BF41-9770CC2CD0F4}">
      <dgm:prSet/>
      <dgm:spPr/>
      <dgm:t>
        <a:bodyPr/>
        <a:lstStyle/>
        <a:p>
          <a:endParaRPr lang="en-US" sz="2400"/>
        </a:p>
      </dgm:t>
    </dgm:pt>
    <dgm:pt modelId="{AA053018-518A-4D43-84DE-5DB3AF826E12}" type="pres">
      <dgm:prSet presAssocID="{BC3D620D-F264-47F1-AC7A-58E6DA5EC763}" presName="cycle" presStyleCnt="0">
        <dgm:presLayoutVars>
          <dgm:chMax val="1"/>
          <dgm:dir/>
          <dgm:animLvl val="ctr"/>
          <dgm:resizeHandles val="exact"/>
        </dgm:presLayoutVars>
      </dgm:prSet>
      <dgm:spPr/>
    </dgm:pt>
    <dgm:pt modelId="{E4D3AB77-C2BE-45C1-BCC9-CACD3C98A634}" type="pres">
      <dgm:prSet presAssocID="{0ED3686B-00CC-49CB-AAF1-89FA39EB7FE9}" presName="centerShape" presStyleLbl="node0" presStyleIdx="0" presStyleCnt="1"/>
      <dgm:spPr/>
    </dgm:pt>
    <dgm:pt modelId="{71A68E28-E437-4C92-86C0-08DA3DD09CF9}" type="pres">
      <dgm:prSet presAssocID="{5F8CD6FB-62B0-47CE-B5F2-20037727EFEE}" presName="parTrans" presStyleLbl="bgSibTrans2D1" presStyleIdx="0" presStyleCnt="4"/>
      <dgm:spPr/>
    </dgm:pt>
    <dgm:pt modelId="{5B35FD2E-3CB4-46B6-8A2F-E6C8294E8BFC}" type="pres">
      <dgm:prSet presAssocID="{915CBB19-48CE-4919-97EA-5DCC260D97BE}" presName="node" presStyleLbl="node1" presStyleIdx="0" presStyleCnt="4">
        <dgm:presLayoutVars>
          <dgm:bulletEnabled val="1"/>
        </dgm:presLayoutVars>
      </dgm:prSet>
      <dgm:spPr/>
    </dgm:pt>
    <dgm:pt modelId="{3680CF79-48AF-4C59-8E43-864C1927C0AE}" type="pres">
      <dgm:prSet presAssocID="{BB9B9360-8CF5-4A2F-84E5-7D611442601A}" presName="parTrans" presStyleLbl="bgSibTrans2D1" presStyleIdx="1" presStyleCnt="4"/>
      <dgm:spPr/>
    </dgm:pt>
    <dgm:pt modelId="{45AD9D25-B7FD-43E1-B4F2-6A3471ADD75E}" type="pres">
      <dgm:prSet presAssocID="{8F76F47D-C930-4A39-B1D1-0D78A6F4AA3C}" presName="node" presStyleLbl="node1" presStyleIdx="1" presStyleCnt="4">
        <dgm:presLayoutVars>
          <dgm:bulletEnabled val="1"/>
        </dgm:presLayoutVars>
      </dgm:prSet>
      <dgm:spPr/>
    </dgm:pt>
    <dgm:pt modelId="{D59CBA8F-60E8-4C0D-8BEA-FA8D4F734CDA}" type="pres">
      <dgm:prSet presAssocID="{44541FD6-310E-44E2-968C-46FC0273BAE1}" presName="parTrans" presStyleLbl="bgSibTrans2D1" presStyleIdx="2" presStyleCnt="4"/>
      <dgm:spPr/>
    </dgm:pt>
    <dgm:pt modelId="{BDF1EE48-8ECC-424E-91D8-447CB4B503B3}" type="pres">
      <dgm:prSet presAssocID="{F19B2BB6-5F17-4AFE-8D48-889C501B59F4}" presName="node" presStyleLbl="node1" presStyleIdx="2" presStyleCnt="4">
        <dgm:presLayoutVars>
          <dgm:bulletEnabled val="1"/>
        </dgm:presLayoutVars>
      </dgm:prSet>
      <dgm:spPr/>
    </dgm:pt>
    <dgm:pt modelId="{080A557D-D7F5-412C-9492-7C0AE5D1620C}" type="pres">
      <dgm:prSet presAssocID="{992CBD22-A25D-4E4D-BE57-06BE379B4F24}" presName="parTrans" presStyleLbl="bgSibTrans2D1" presStyleIdx="3" presStyleCnt="4"/>
      <dgm:spPr/>
    </dgm:pt>
    <dgm:pt modelId="{F4D57207-4D9C-4AFE-9622-ED8CF2E1FE29}" type="pres">
      <dgm:prSet presAssocID="{D182DDEF-B6B7-4761-B7E3-46027382D92A}" presName="node" presStyleLbl="node1" presStyleIdx="3" presStyleCnt="4">
        <dgm:presLayoutVars>
          <dgm:bulletEnabled val="1"/>
        </dgm:presLayoutVars>
      </dgm:prSet>
      <dgm:spPr/>
    </dgm:pt>
  </dgm:ptLst>
  <dgm:cxnLst>
    <dgm:cxn modelId="{3E9CE508-7488-4A26-96EF-8B13DB39705F}" type="presOf" srcId="{D182DDEF-B6B7-4761-B7E3-46027382D92A}" destId="{F4D57207-4D9C-4AFE-9622-ED8CF2E1FE29}" srcOrd="0" destOrd="0" presId="urn:microsoft.com/office/officeart/2005/8/layout/radial4"/>
    <dgm:cxn modelId="{77C2D611-35F4-4EFC-85E6-C7AFC285780A}" srcId="{0ED3686B-00CC-49CB-AAF1-89FA39EB7FE9}" destId="{8F76F47D-C930-4A39-B1D1-0D78A6F4AA3C}" srcOrd="1" destOrd="0" parTransId="{BB9B9360-8CF5-4A2F-84E5-7D611442601A}" sibTransId="{75D12318-023A-4506-B7E1-60AA0BA5D580}"/>
    <dgm:cxn modelId="{AE4DF720-2B36-4BD3-869D-52A42836C0BB}" type="presOf" srcId="{BB9B9360-8CF5-4A2F-84E5-7D611442601A}" destId="{3680CF79-48AF-4C59-8E43-864C1927C0AE}" srcOrd="0" destOrd="0" presId="urn:microsoft.com/office/officeart/2005/8/layout/radial4"/>
    <dgm:cxn modelId="{4DCAF764-7A04-4A46-AEFB-22D108773A6C}" type="presOf" srcId="{8F76F47D-C930-4A39-B1D1-0D78A6F4AA3C}" destId="{45AD9D25-B7FD-43E1-B4F2-6A3471ADD75E}" srcOrd="0" destOrd="0" presId="urn:microsoft.com/office/officeart/2005/8/layout/radial4"/>
    <dgm:cxn modelId="{0E993366-85E4-4AC6-BE29-E61B39EA79CC}" type="presOf" srcId="{915CBB19-48CE-4919-97EA-5DCC260D97BE}" destId="{5B35FD2E-3CB4-46B6-8A2F-E6C8294E8BFC}" srcOrd="0" destOrd="0" presId="urn:microsoft.com/office/officeart/2005/8/layout/radial4"/>
    <dgm:cxn modelId="{3B8A1171-6CAC-4C31-96C1-34F9D252D26E}" type="presOf" srcId="{5F8CD6FB-62B0-47CE-B5F2-20037727EFEE}" destId="{71A68E28-E437-4C92-86C0-08DA3DD09CF9}" srcOrd="0" destOrd="0" presId="urn:microsoft.com/office/officeart/2005/8/layout/radial4"/>
    <dgm:cxn modelId="{B6B7B695-2FBC-4C4F-91E8-9780316B9EBE}" type="presOf" srcId="{BC3D620D-F264-47F1-AC7A-58E6DA5EC763}" destId="{AA053018-518A-4D43-84DE-5DB3AF826E12}" srcOrd="0" destOrd="0" presId="urn:microsoft.com/office/officeart/2005/8/layout/radial4"/>
    <dgm:cxn modelId="{A3681FA8-E612-41E6-914A-FE634BBBE252}" type="presOf" srcId="{44541FD6-310E-44E2-968C-46FC0273BAE1}" destId="{D59CBA8F-60E8-4C0D-8BEA-FA8D4F734CDA}" srcOrd="0" destOrd="0" presId="urn:microsoft.com/office/officeart/2005/8/layout/radial4"/>
    <dgm:cxn modelId="{501EF7C3-2AC4-49DF-ABD0-F4F10E9F4E6D}" srcId="{0ED3686B-00CC-49CB-AAF1-89FA39EB7FE9}" destId="{F19B2BB6-5F17-4AFE-8D48-889C501B59F4}" srcOrd="2" destOrd="0" parTransId="{44541FD6-310E-44E2-968C-46FC0273BAE1}" sibTransId="{B349D972-9B13-4126-B1DE-8C7AC7594AA1}"/>
    <dgm:cxn modelId="{EA73CEC6-4C8F-43C7-ACA1-EC16381BBEB4}" type="presOf" srcId="{F19B2BB6-5F17-4AFE-8D48-889C501B59F4}" destId="{BDF1EE48-8ECC-424E-91D8-447CB4B503B3}" srcOrd="0" destOrd="0" presId="urn:microsoft.com/office/officeart/2005/8/layout/radial4"/>
    <dgm:cxn modelId="{2B7512CD-809C-4087-9F9B-63E44254849F}" srcId="{0ED3686B-00CC-49CB-AAF1-89FA39EB7FE9}" destId="{915CBB19-48CE-4919-97EA-5DCC260D97BE}" srcOrd="0" destOrd="0" parTransId="{5F8CD6FB-62B0-47CE-B5F2-20037727EFEE}" sibTransId="{D55E2A9D-A13D-49A7-BC13-459AB2B65493}"/>
    <dgm:cxn modelId="{BB2A20D9-D3E2-477D-A65C-EB4AC9C8AE17}" type="presOf" srcId="{992CBD22-A25D-4E4D-BE57-06BE379B4F24}" destId="{080A557D-D7F5-412C-9492-7C0AE5D1620C}" srcOrd="0" destOrd="0" presId="urn:microsoft.com/office/officeart/2005/8/layout/radial4"/>
    <dgm:cxn modelId="{F1A1EEE0-1806-4E25-9568-736FFC632AE6}" type="presOf" srcId="{0ED3686B-00CC-49CB-AAF1-89FA39EB7FE9}" destId="{E4D3AB77-C2BE-45C1-BCC9-CACD3C98A634}" srcOrd="0" destOrd="0" presId="urn:microsoft.com/office/officeart/2005/8/layout/radial4"/>
    <dgm:cxn modelId="{926C59EC-3DB4-4CA1-A11D-C1140C7548ED}" srcId="{BC3D620D-F264-47F1-AC7A-58E6DA5EC763}" destId="{0ED3686B-00CC-49CB-AAF1-89FA39EB7FE9}" srcOrd="0" destOrd="0" parTransId="{63B8A43B-82D3-4358-A547-DB70A446F9FF}" sibTransId="{AFE61E95-8D99-4E43-99C5-8F424037641E}"/>
    <dgm:cxn modelId="{92224FFE-482D-4FC8-BF41-9770CC2CD0F4}" srcId="{0ED3686B-00CC-49CB-AAF1-89FA39EB7FE9}" destId="{D182DDEF-B6B7-4761-B7E3-46027382D92A}" srcOrd="3" destOrd="0" parTransId="{992CBD22-A25D-4E4D-BE57-06BE379B4F24}" sibTransId="{9E2B3F4A-EAF3-471B-A49D-13611E938609}"/>
    <dgm:cxn modelId="{853967C2-1ABB-4D7D-AEE9-1CBD83711063}" type="presParOf" srcId="{AA053018-518A-4D43-84DE-5DB3AF826E12}" destId="{E4D3AB77-C2BE-45C1-BCC9-CACD3C98A634}" srcOrd="0" destOrd="0" presId="urn:microsoft.com/office/officeart/2005/8/layout/radial4"/>
    <dgm:cxn modelId="{6B5B8DD6-FBBE-4A3C-8F63-943D1DC06E75}" type="presParOf" srcId="{AA053018-518A-4D43-84DE-5DB3AF826E12}" destId="{71A68E28-E437-4C92-86C0-08DA3DD09CF9}" srcOrd="1" destOrd="0" presId="urn:microsoft.com/office/officeart/2005/8/layout/radial4"/>
    <dgm:cxn modelId="{5388AB2C-9684-450D-82FF-7BBA646E8C4E}" type="presParOf" srcId="{AA053018-518A-4D43-84DE-5DB3AF826E12}" destId="{5B35FD2E-3CB4-46B6-8A2F-E6C8294E8BFC}" srcOrd="2" destOrd="0" presId="urn:microsoft.com/office/officeart/2005/8/layout/radial4"/>
    <dgm:cxn modelId="{E5F69655-ADAB-4603-977A-28A4CBB42935}" type="presParOf" srcId="{AA053018-518A-4D43-84DE-5DB3AF826E12}" destId="{3680CF79-48AF-4C59-8E43-864C1927C0AE}" srcOrd="3" destOrd="0" presId="urn:microsoft.com/office/officeart/2005/8/layout/radial4"/>
    <dgm:cxn modelId="{31DA5B7D-9DD9-4AD8-852C-C54E6DDA605C}" type="presParOf" srcId="{AA053018-518A-4D43-84DE-5DB3AF826E12}" destId="{45AD9D25-B7FD-43E1-B4F2-6A3471ADD75E}" srcOrd="4" destOrd="0" presId="urn:microsoft.com/office/officeart/2005/8/layout/radial4"/>
    <dgm:cxn modelId="{B90577CD-F42A-4077-B910-2887F4D2FBFD}" type="presParOf" srcId="{AA053018-518A-4D43-84DE-5DB3AF826E12}" destId="{D59CBA8F-60E8-4C0D-8BEA-FA8D4F734CDA}" srcOrd="5" destOrd="0" presId="urn:microsoft.com/office/officeart/2005/8/layout/radial4"/>
    <dgm:cxn modelId="{46A9D952-4D06-48EF-806B-03F81AE544F3}" type="presParOf" srcId="{AA053018-518A-4D43-84DE-5DB3AF826E12}" destId="{BDF1EE48-8ECC-424E-91D8-447CB4B503B3}" srcOrd="6" destOrd="0" presId="urn:microsoft.com/office/officeart/2005/8/layout/radial4"/>
    <dgm:cxn modelId="{667863BA-5496-417F-BFCD-B028A5E940C3}" type="presParOf" srcId="{AA053018-518A-4D43-84DE-5DB3AF826E12}" destId="{080A557D-D7F5-412C-9492-7C0AE5D1620C}" srcOrd="7" destOrd="0" presId="urn:microsoft.com/office/officeart/2005/8/layout/radial4"/>
    <dgm:cxn modelId="{1AC2322C-630B-4C4E-9084-845DAC7035A3}" type="presParOf" srcId="{AA053018-518A-4D43-84DE-5DB3AF826E12}" destId="{F4D57207-4D9C-4AFE-9622-ED8CF2E1FE29}" srcOrd="8"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3C60CB-88CC-4B58-BEDF-D91361C81CAB}" type="doc">
      <dgm:prSet loTypeId="urn:microsoft.com/office/officeart/2005/8/layout/equation1" loCatId="process" qsTypeId="urn:microsoft.com/office/officeart/2005/8/quickstyle/simple1" qsCatId="simple" csTypeId="urn:microsoft.com/office/officeart/2005/8/colors/accent1_2" csCatId="accent1" phldr="1"/>
      <dgm:spPr/>
    </dgm:pt>
    <dgm:pt modelId="{3097DBFD-6DF3-4E6C-A8DE-865172CD6375}">
      <dgm:prSet phldrT="[Text]"/>
      <dgm:spPr/>
      <dgm:t>
        <a:bodyPr/>
        <a:lstStyle/>
        <a:p>
          <a:r>
            <a:rPr lang="en-US" dirty="0"/>
            <a:t>Corporate Social Responsibility</a:t>
          </a:r>
        </a:p>
      </dgm:t>
    </dgm:pt>
    <dgm:pt modelId="{B04E41F6-3862-47C3-9E42-C7CDCE4D150D}" type="parTrans" cxnId="{E707D23D-5A0A-48B9-AB27-D85CF6055675}">
      <dgm:prSet/>
      <dgm:spPr/>
      <dgm:t>
        <a:bodyPr/>
        <a:lstStyle/>
        <a:p>
          <a:endParaRPr lang="en-US"/>
        </a:p>
      </dgm:t>
    </dgm:pt>
    <dgm:pt modelId="{358813CE-0DEE-4D11-8440-D6A698A2FEF5}" type="sibTrans" cxnId="{E707D23D-5A0A-48B9-AB27-D85CF6055675}">
      <dgm:prSet/>
      <dgm:spPr/>
      <dgm:t>
        <a:bodyPr/>
        <a:lstStyle/>
        <a:p>
          <a:endParaRPr lang="en-US"/>
        </a:p>
      </dgm:t>
    </dgm:pt>
    <dgm:pt modelId="{B81ADCC9-7EA1-40E5-ACF2-30CB6B1B6E70}">
      <dgm:prSet phldrT="[Text]"/>
      <dgm:spPr/>
      <dgm:t>
        <a:bodyPr/>
        <a:lstStyle/>
        <a:p>
          <a:r>
            <a:rPr lang="en-US" dirty="0"/>
            <a:t>Sustainable Development</a:t>
          </a:r>
        </a:p>
      </dgm:t>
    </dgm:pt>
    <dgm:pt modelId="{015540A4-79F5-4569-B53F-D1140B29779A}" type="parTrans" cxnId="{0216CA6C-8531-4926-94D1-51604CE49BA0}">
      <dgm:prSet/>
      <dgm:spPr/>
      <dgm:t>
        <a:bodyPr/>
        <a:lstStyle/>
        <a:p>
          <a:endParaRPr lang="en-US"/>
        </a:p>
      </dgm:t>
    </dgm:pt>
    <dgm:pt modelId="{2E9EEE6C-2DA9-4019-92A4-08AC4B1D5675}" type="sibTrans" cxnId="{0216CA6C-8531-4926-94D1-51604CE49BA0}">
      <dgm:prSet/>
      <dgm:spPr/>
      <dgm:t>
        <a:bodyPr/>
        <a:lstStyle/>
        <a:p>
          <a:endParaRPr lang="en-US"/>
        </a:p>
      </dgm:t>
    </dgm:pt>
    <dgm:pt modelId="{BF6CABA6-DC74-47F6-BCE8-7E7C0D502FF0}">
      <dgm:prSet phldrT="[Text]"/>
      <dgm:spPr/>
      <dgm:t>
        <a:bodyPr/>
        <a:lstStyle/>
        <a:p>
          <a:r>
            <a:rPr lang="en-US" dirty="0"/>
            <a:t>Societal Marketing</a:t>
          </a:r>
        </a:p>
      </dgm:t>
    </dgm:pt>
    <dgm:pt modelId="{32F4A85F-8CBA-4417-8238-56AA42865356}" type="parTrans" cxnId="{866CD6E0-34A0-4368-9F63-4AE9935C9337}">
      <dgm:prSet/>
      <dgm:spPr/>
      <dgm:t>
        <a:bodyPr/>
        <a:lstStyle/>
        <a:p>
          <a:endParaRPr lang="en-US"/>
        </a:p>
      </dgm:t>
    </dgm:pt>
    <dgm:pt modelId="{2CC31030-66BC-40F2-B686-0F4FF279D27A}" type="sibTrans" cxnId="{866CD6E0-34A0-4368-9F63-4AE9935C9337}">
      <dgm:prSet/>
      <dgm:spPr/>
      <dgm:t>
        <a:bodyPr/>
        <a:lstStyle/>
        <a:p>
          <a:endParaRPr lang="en-US"/>
        </a:p>
      </dgm:t>
    </dgm:pt>
    <dgm:pt modelId="{F06796E9-9E36-436A-99AC-EEBC1C3062AD}" type="pres">
      <dgm:prSet presAssocID="{703C60CB-88CC-4B58-BEDF-D91361C81CAB}" presName="linearFlow" presStyleCnt="0">
        <dgm:presLayoutVars>
          <dgm:dir/>
          <dgm:resizeHandles val="exact"/>
        </dgm:presLayoutVars>
      </dgm:prSet>
      <dgm:spPr/>
    </dgm:pt>
    <dgm:pt modelId="{119B32C9-40E0-4F2F-A507-FD11A3F47C16}" type="pres">
      <dgm:prSet presAssocID="{3097DBFD-6DF3-4E6C-A8DE-865172CD6375}" presName="node" presStyleLbl="node1" presStyleIdx="0" presStyleCnt="3" custScaleX="112468">
        <dgm:presLayoutVars>
          <dgm:bulletEnabled val="1"/>
        </dgm:presLayoutVars>
      </dgm:prSet>
      <dgm:spPr>
        <a:prstGeom prst="roundRect">
          <a:avLst/>
        </a:prstGeom>
      </dgm:spPr>
    </dgm:pt>
    <dgm:pt modelId="{5B5E4DA4-5DAF-4260-B1AE-1D85B8E98A1B}" type="pres">
      <dgm:prSet presAssocID="{358813CE-0DEE-4D11-8440-D6A698A2FEF5}" presName="spacerL" presStyleCnt="0"/>
      <dgm:spPr/>
    </dgm:pt>
    <dgm:pt modelId="{2F4D86DA-A6DB-4969-8CD2-6278BB9658D0}" type="pres">
      <dgm:prSet presAssocID="{358813CE-0DEE-4D11-8440-D6A698A2FEF5}" presName="sibTrans" presStyleLbl="sibTrans2D1" presStyleIdx="0" presStyleCnt="2"/>
      <dgm:spPr/>
    </dgm:pt>
    <dgm:pt modelId="{72D701FD-054D-4910-8401-499F3A1C37E0}" type="pres">
      <dgm:prSet presAssocID="{358813CE-0DEE-4D11-8440-D6A698A2FEF5}" presName="spacerR" presStyleCnt="0"/>
      <dgm:spPr/>
    </dgm:pt>
    <dgm:pt modelId="{26BAF469-3E1F-4EA9-8DCC-63A014B4BB46}" type="pres">
      <dgm:prSet presAssocID="{B81ADCC9-7EA1-40E5-ACF2-30CB6B1B6E70}" presName="node" presStyleLbl="node1" presStyleIdx="1" presStyleCnt="3" custScaleX="112468">
        <dgm:presLayoutVars>
          <dgm:bulletEnabled val="1"/>
        </dgm:presLayoutVars>
      </dgm:prSet>
      <dgm:spPr>
        <a:prstGeom prst="roundRect">
          <a:avLst/>
        </a:prstGeom>
      </dgm:spPr>
    </dgm:pt>
    <dgm:pt modelId="{BF5EB554-944D-4B11-960E-E30BBF8C91BC}" type="pres">
      <dgm:prSet presAssocID="{2E9EEE6C-2DA9-4019-92A4-08AC4B1D5675}" presName="spacerL" presStyleCnt="0"/>
      <dgm:spPr/>
    </dgm:pt>
    <dgm:pt modelId="{4F189B15-6532-4447-B947-7A6880052AA5}" type="pres">
      <dgm:prSet presAssocID="{2E9EEE6C-2DA9-4019-92A4-08AC4B1D5675}" presName="sibTrans" presStyleLbl="sibTrans2D1" presStyleIdx="1" presStyleCnt="2"/>
      <dgm:spPr/>
    </dgm:pt>
    <dgm:pt modelId="{A2C33CED-FABD-4527-843E-3E38A07D9C25}" type="pres">
      <dgm:prSet presAssocID="{2E9EEE6C-2DA9-4019-92A4-08AC4B1D5675}" presName="spacerR" presStyleCnt="0"/>
      <dgm:spPr/>
    </dgm:pt>
    <dgm:pt modelId="{54AF0268-7079-41F2-8B3A-C71945F1304E}" type="pres">
      <dgm:prSet presAssocID="{BF6CABA6-DC74-47F6-BCE8-7E7C0D502FF0}" presName="node" presStyleLbl="node1" presStyleIdx="2" presStyleCnt="3" custScaleX="112468">
        <dgm:presLayoutVars>
          <dgm:bulletEnabled val="1"/>
        </dgm:presLayoutVars>
      </dgm:prSet>
      <dgm:spPr>
        <a:prstGeom prst="roundRect">
          <a:avLst/>
        </a:prstGeom>
      </dgm:spPr>
    </dgm:pt>
  </dgm:ptLst>
  <dgm:cxnLst>
    <dgm:cxn modelId="{09F2C61E-3C0E-4AC1-95BE-4E20A4A3B98C}" type="presOf" srcId="{BF6CABA6-DC74-47F6-BCE8-7E7C0D502FF0}" destId="{54AF0268-7079-41F2-8B3A-C71945F1304E}" srcOrd="0" destOrd="0" presId="urn:microsoft.com/office/officeart/2005/8/layout/equation1"/>
    <dgm:cxn modelId="{B0E70C35-408B-470D-91FA-71A2D724F04E}" type="presOf" srcId="{3097DBFD-6DF3-4E6C-A8DE-865172CD6375}" destId="{119B32C9-40E0-4F2F-A507-FD11A3F47C16}" srcOrd="0" destOrd="0" presId="urn:microsoft.com/office/officeart/2005/8/layout/equation1"/>
    <dgm:cxn modelId="{E707D23D-5A0A-48B9-AB27-D85CF6055675}" srcId="{703C60CB-88CC-4B58-BEDF-D91361C81CAB}" destId="{3097DBFD-6DF3-4E6C-A8DE-865172CD6375}" srcOrd="0" destOrd="0" parTransId="{B04E41F6-3862-47C3-9E42-C7CDCE4D150D}" sibTransId="{358813CE-0DEE-4D11-8440-D6A698A2FEF5}"/>
    <dgm:cxn modelId="{0216CA6C-8531-4926-94D1-51604CE49BA0}" srcId="{703C60CB-88CC-4B58-BEDF-D91361C81CAB}" destId="{B81ADCC9-7EA1-40E5-ACF2-30CB6B1B6E70}" srcOrd="1" destOrd="0" parTransId="{015540A4-79F5-4569-B53F-D1140B29779A}" sibTransId="{2E9EEE6C-2DA9-4019-92A4-08AC4B1D5675}"/>
    <dgm:cxn modelId="{3BFB07A5-A67A-4175-B51C-6D4A1F9D1702}" type="presOf" srcId="{B81ADCC9-7EA1-40E5-ACF2-30CB6B1B6E70}" destId="{26BAF469-3E1F-4EA9-8DCC-63A014B4BB46}" srcOrd="0" destOrd="0" presId="urn:microsoft.com/office/officeart/2005/8/layout/equation1"/>
    <dgm:cxn modelId="{172B3AC2-4D44-48C2-86F9-427FC1BB3648}" type="presOf" srcId="{358813CE-0DEE-4D11-8440-D6A698A2FEF5}" destId="{2F4D86DA-A6DB-4969-8CD2-6278BB9658D0}" srcOrd="0" destOrd="0" presId="urn:microsoft.com/office/officeart/2005/8/layout/equation1"/>
    <dgm:cxn modelId="{866CD6E0-34A0-4368-9F63-4AE9935C9337}" srcId="{703C60CB-88CC-4B58-BEDF-D91361C81CAB}" destId="{BF6CABA6-DC74-47F6-BCE8-7E7C0D502FF0}" srcOrd="2" destOrd="0" parTransId="{32F4A85F-8CBA-4417-8238-56AA42865356}" sibTransId="{2CC31030-66BC-40F2-B686-0F4FF279D27A}"/>
    <dgm:cxn modelId="{084DA7F2-7057-4EFE-B8BD-F9F005741CBA}" type="presOf" srcId="{703C60CB-88CC-4B58-BEDF-D91361C81CAB}" destId="{F06796E9-9E36-436A-99AC-EEBC1C3062AD}" srcOrd="0" destOrd="0" presId="urn:microsoft.com/office/officeart/2005/8/layout/equation1"/>
    <dgm:cxn modelId="{6E4241F8-52BA-4419-97E5-4ECE6C8DD119}" type="presOf" srcId="{2E9EEE6C-2DA9-4019-92A4-08AC4B1D5675}" destId="{4F189B15-6532-4447-B947-7A6880052AA5}" srcOrd="0" destOrd="0" presId="urn:microsoft.com/office/officeart/2005/8/layout/equation1"/>
    <dgm:cxn modelId="{43FDA457-DC25-49EC-9DBD-CA6FE2E5B491}" type="presParOf" srcId="{F06796E9-9E36-436A-99AC-EEBC1C3062AD}" destId="{119B32C9-40E0-4F2F-A507-FD11A3F47C16}" srcOrd="0" destOrd="0" presId="urn:microsoft.com/office/officeart/2005/8/layout/equation1"/>
    <dgm:cxn modelId="{12D1C3EF-2F12-45FA-A094-A7723BFA73C0}" type="presParOf" srcId="{F06796E9-9E36-436A-99AC-EEBC1C3062AD}" destId="{5B5E4DA4-5DAF-4260-B1AE-1D85B8E98A1B}" srcOrd="1" destOrd="0" presId="urn:microsoft.com/office/officeart/2005/8/layout/equation1"/>
    <dgm:cxn modelId="{8BAC4643-2A20-4F9B-833E-1D41D195343D}" type="presParOf" srcId="{F06796E9-9E36-436A-99AC-EEBC1C3062AD}" destId="{2F4D86DA-A6DB-4969-8CD2-6278BB9658D0}" srcOrd="2" destOrd="0" presId="urn:microsoft.com/office/officeart/2005/8/layout/equation1"/>
    <dgm:cxn modelId="{3F2405E7-DAE0-4B3C-B87F-520D5D8EC6A3}" type="presParOf" srcId="{F06796E9-9E36-436A-99AC-EEBC1C3062AD}" destId="{72D701FD-054D-4910-8401-499F3A1C37E0}" srcOrd="3" destOrd="0" presId="urn:microsoft.com/office/officeart/2005/8/layout/equation1"/>
    <dgm:cxn modelId="{8114E686-F327-47D0-A437-336BF6392D97}" type="presParOf" srcId="{F06796E9-9E36-436A-99AC-EEBC1C3062AD}" destId="{26BAF469-3E1F-4EA9-8DCC-63A014B4BB46}" srcOrd="4" destOrd="0" presId="urn:microsoft.com/office/officeart/2005/8/layout/equation1"/>
    <dgm:cxn modelId="{F6DB1EEA-F2A5-48D2-8EE8-7FCFA27ED5EF}" type="presParOf" srcId="{F06796E9-9E36-436A-99AC-EEBC1C3062AD}" destId="{BF5EB554-944D-4B11-960E-E30BBF8C91BC}" srcOrd="5" destOrd="0" presId="urn:microsoft.com/office/officeart/2005/8/layout/equation1"/>
    <dgm:cxn modelId="{8FD2CFAD-DB0B-435A-8FCD-7970B243AFEB}" type="presParOf" srcId="{F06796E9-9E36-436A-99AC-EEBC1C3062AD}" destId="{4F189B15-6532-4447-B947-7A6880052AA5}" srcOrd="6" destOrd="0" presId="urn:microsoft.com/office/officeart/2005/8/layout/equation1"/>
    <dgm:cxn modelId="{09C47028-AE6E-4805-B902-EEA91B367ACE}" type="presParOf" srcId="{F06796E9-9E36-436A-99AC-EEBC1C3062AD}" destId="{A2C33CED-FABD-4527-843E-3E38A07D9C25}" srcOrd="7" destOrd="0" presId="urn:microsoft.com/office/officeart/2005/8/layout/equation1"/>
    <dgm:cxn modelId="{C108CEFA-7582-41A3-9A4A-C54CB58DC69F}" type="presParOf" srcId="{F06796E9-9E36-436A-99AC-EEBC1C3062AD}" destId="{54AF0268-7079-41F2-8B3A-C71945F1304E}"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33A60-0D5F-4676-9A22-939C74F7975A}">
      <dsp:nvSpPr>
        <dsp:cNvPr id="0" name=""/>
        <dsp:cNvSpPr/>
      </dsp:nvSpPr>
      <dsp:spPr>
        <a:xfrm rot="5400000">
          <a:off x="5969154" y="-3378608"/>
          <a:ext cx="1450154" cy="820737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Difference between the customers evaluation of all benefits and all the costs of an offering and the perceived alternatives. </a:t>
          </a:r>
          <a:endParaRPr lang="en-US" sz="2000" kern="1200" dirty="0"/>
        </a:p>
        <a:p>
          <a:pPr marL="228600" lvl="1" indent="-228600" algn="l" defTabSz="889000">
            <a:lnSpc>
              <a:spcPct val="90000"/>
            </a:lnSpc>
            <a:spcBef>
              <a:spcPct val="0"/>
            </a:spcBef>
            <a:spcAft>
              <a:spcPct val="15000"/>
            </a:spcAft>
            <a:buChar char="•"/>
          </a:pPr>
          <a:r>
            <a:rPr lang="en-US" sz="2000" b="0" i="0" kern="1200" dirty="0"/>
            <a:t>Customer value increased by raising economic, functional, emotional benefits or reducing costs.</a:t>
          </a:r>
          <a:endParaRPr lang="en-US" sz="2000" kern="1200" dirty="0"/>
        </a:p>
      </dsp:txBody>
      <dsp:txXfrm rot="-5400000">
        <a:off x="2590547" y="70790"/>
        <a:ext cx="8136579" cy="1308572"/>
      </dsp:txXfrm>
    </dsp:sp>
    <dsp:sp modelId="{E7DC6800-C6A0-4046-BA34-8A396488126B}">
      <dsp:nvSpPr>
        <dsp:cNvPr id="0" name=""/>
        <dsp:cNvSpPr/>
      </dsp:nvSpPr>
      <dsp:spPr>
        <a:xfrm>
          <a:off x="1261" y="173393"/>
          <a:ext cx="2589284" cy="11052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Customer Value</a:t>
          </a:r>
        </a:p>
      </dsp:txBody>
      <dsp:txXfrm>
        <a:off x="55217" y="227349"/>
        <a:ext cx="2481372" cy="997387"/>
      </dsp:txXfrm>
    </dsp:sp>
    <dsp:sp modelId="{29D20659-0F17-4EBE-BC2D-C0A48958C212}">
      <dsp:nvSpPr>
        <dsp:cNvPr id="0" name=""/>
        <dsp:cNvSpPr/>
      </dsp:nvSpPr>
      <dsp:spPr>
        <a:xfrm rot="5400000">
          <a:off x="6106170" y="-1719877"/>
          <a:ext cx="1176122" cy="820737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A feeling of pleasure or disappointment that result from comparing a product performance ( or outcome) to expectations. </a:t>
          </a:r>
          <a:endParaRPr lang="en-US" sz="2000" kern="1200" dirty="0"/>
        </a:p>
      </dsp:txBody>
      <dsp:txXfrm rot="-5400000">
        <a:off x="2590546" y="1853161"/>
        <a:ext cx="8149956" cy="1061294"/>
      </dsp:txXfrm>
    </dsp:sp>
    <dsp:sp modelId="{92E1939E-9AF3-4FCE-9C3E-8C6EECD803D7}">
      <dsp:nvSpPr>
        <dsp:cNvPr id="0" name=""/>
        <dsp:cNvSpPr/>
      </dsp:nvSpPr>
      <dsp:spPr>
        <a:xfrm>
          <a:off x="1261" y="1574265"/>
          <a:ext cx="2589284" cy="16190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Customer Satisfaction</a:t>
          </a:r>
        </a:p>
      </dsp:txBody>
      <dsp:txXfrm>
        <a:off x="80298" y="1653302"/>
        <a:ext cx="2431210" cy="1461010"/>
      </dsp:txXfrm>
    </dsp:sp>
    <dsp:sp modelId="{3613B744-92B8-4C60-A0C7-E4DB5975E857}">
      <dsp:nvSpPr>
        <dsp:cNvPr id="0" name=""/>
        <dsp:cNvSpPr/>
      </dsp:nvSpPr>
      <dsp:spPr>
        <a:xfrm rot="5400000">
          <a:off x="6006255" y="133465"/>
          <a:ext cx="1375952" cy="820737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Surprising a customer by exceeding his or her expectations and thus creating a positive emotional reaction.</a:t>
          </a:r>
          <a:endParaRPr lang="en-US" sz="2000" b="0" kern="1200" dirty="0"/>
        </a:p>
      </dsp:txBody>
      <dsp:txXfrm rot="-5400000">
        <a:off x="2590546" y="3616342"/>
        <a:ext cx="8140202" cy="1241616"/>
      </dsp:txXfrm>
    </dsp:sp>
    <dsp:sp modelId="{0189375C-7004-4816-9528-263F56280668}">
      <dsp:nvSpPr>
        <dsp:cNvPr id="0" name=""/>
        <dsp:cNvSpPr/>
      </dsp:nvSpPr>
      <dsp:spPr>
        <a:xfrm>
          <a:off x="1261" y="3316494"/>
          <a:ext cx="2589284" cy="184131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Customer Delight</a:t>
          </a:r>
        </a:p>
      </dsp:txBody>
      <dsp:txXfrm>
        <a:off x="91146" y="3406379"/>
        <a:ext cx="2409514" cy="1661541"/>
      </dsp:txXfrm>
    </dsp:sp>
    <dsp:sp modelId="{1083BC9D-FF9D-47FB-8CF9-5532809C98D2}">
      <dsp:nvSpPr>
        <dsp:cNvPr id="0" name=""/>
        <dsp:cNvSpPr/>
      </dsp:nvSpPr>
      <dsp:spPr>
        <a:xfrm rot="5400000">
          <a:off x="6210026" y="1661472"/>
          <a:ext cx="968411" cy="820737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Consistent purchase of a certain product or brand over an extended period of time.</a:t>
          </a:r>
          <a:endParaRPr lang="en-US" sz="2000" kern="1200" dirty="0"/>
        </a:p>
      </dsp:txBody>
      <dsp:txXfrm rot="-5400000">
        <a:off x="2590547" y="5328225"/>
        <a:ext cx="8160096" cy="873863"/>
      </dsp:txXfrm>
    </dsp:sp>
    <dsp:sp modelId="{BBFE519D-EFEE-4195-AD76-9F72514290FD}">
      <dsp:nvSpPr>
        <dsp:cNvPr id="0" name=""/>
        <dsp:cNvSpPr/>
      </dsp:nvSpPr>
      <dsp:spPr>
        <a:xfrm>
          <a:off x="2297" y="5305765"/>
          <a:ext cx="2589284" cy="9290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Customer Loyalty</a:t>
          </a:r>
        </a:p>
      </dsp:txBody>
      <dsp:txXfrm>
        <a:off x="47648" y="5351116"/>
        <a:ext cx="2498582" cy="8383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3AB77-C2BE-45C1-BCC9-CACD3C98A634}">
      <dsp:nvSpPr>
        <dsp:cNvPr id="0" name=""/>
        <dsp:cNvSpPr/>
      </dsp:nvSpPr>
      <dsp:spPr>
        <a:xfrm>
          <a:off x="3115055" y="3321547"/>
          <a:ext cx="2304288" cy="23042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Company Orientation towards Market Place</a:t>
          </a:r>
        </a:p>
      </dsp:txBody>
      <dsp:txXfrm>
        <a:off x="3452510" y="3659002"/>
        <a:ext cx="1629378" cy="1629378"/>
      </dsp:txXfrm>
    </dsp:sp>
    <dsp:sp modelId="{71A68E28-E437-4C92-86C0-08DA3DD09CF9}">
      <dsp:nvSpPr>
        <dsp:cNvPr id="0" name=""/>
        <dsp:cNvSpPr/>
      </dsp:nvSpPr>
      <dsp:spPr>
        <a:xfrm rot="11700000">
          <a:off x="1061661" y="3556200"/>
          <a:ext cx="2013752" cy="65672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B35FD2E-3CB4-46B6-8A2F-E6C8294E8BFC}">
      <dsp:nvSpPr>
        <dsp:cNvPr id="0" name=""/>
        <dsp:cNvSpPr/>
      </dsp:nvSpPr>
      <dsp:spPr>
        <a:xfrm>
          <a:off x="1433" y="2748333"/>
          <a:ext cx="2189073" cy="17512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Production Concept</a:t>
          </a:r>
        </a:p>
      </dsp:txBody>
      <dsp:txXfrm>
        <a:off x="52726" y="2799626"/>
        <a:ext cx="2086487" cy="1648672"/>
      </dsp:txXfrm>
    </dsp:sp>
    <dsp:sp modelId="{3680CF79-48AF-4C59-8E43-864C1927C0AE}">
      <dsp:nvSpPr>
        <dsp:cNvPr id="0" name=""/>
        <dsp:cNvSpPr/>
      </dsp:nvSpPr>
      <dsp:spPr>
        <a:xfrm rot="14700000">
          <a:off x="2298350" y="2082372"/>
          <a:ext cx="2013752" cy="65672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5AD9D25-B7FD-43E1-B4F2-6A3471ADD75E}">
      <dsp:nvSpPr>
        <dsp:cNvPr id="0" name=""/>
        <dsp:cNvSpPr/>
      </dsp:nvSpPr>
      <dsp:spPr>
        <a:xfrm>
          <a:off x="1785165" y="622564"/>
          <a:ext cx="2189073" cy="17512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Product Concept</a:t>
          </a:r>
        </a:p>
      </dsp:txBody>
      <dsp:txXfrm>
        <a:off x="1836458" y="673857"/>
        <a:ext cx="2086487" cy="1648672"/>
      </dsp:txXfrm>
    </dsp:sp>
    <dsp:sp modelId="{D59CBA8F-60E8-4C0D-8BEA-FA8D4F734CDA}">
      <dsp:nvSpPr>
        <dsp:cNvPr id="0" name=""/>
        <dsp:cNvSpPr/>
      </dsp:nvSpPr>
      <dsp:spPr>
        <a:xfrm rot="17700000">
          <a:off x="4222297" y="2082372"/>
          <a:ext cx="2013752" cy="65672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DF1EE48-8ECC-424E-91D8-447CB4B503B3}">
      <dsp:nvSpPr>
        <dsp:cNvPr id="0" name=""/>
        <dsp:cNvSpPr/>
      </dsp:nvSpPr>
      <dsp:spPr>
        <a:xfrm>
          <a:off x="4560160" y="622564"/>
          <a:ext cx="2189073" cy="17512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Selling Concept</a:t>
          </a:r>
        </a:p>
      </dsp:txBody>
      <dsp:txXfrm>
        <a:off x="4611453" y="673857"/>
        <a:ext cx="2086487" cy="1648672"/>
      </dsp:txXfrm>
    </dsp:sp>
    <dsp:sp modelId="{080A557D-D7F5-412C-9492-7C0AE5D1620C}">
      <dsp:nvSpPr>
        <dsp:cNvPr id="0" name=""/>
        <dsp:cNvSpPr/>
      </dsp:nvSpPr>
      <dsp:spPr>
        <a:xfrm rot="20700000">
          <a:off x="5458986" y="3556200"/>
          <a:ext cx="2013752" cy="65672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4D57207-4D9C-4AFE-9622-ED8CF2E1FE29}">
      <dsp:nvSpPr>
        <dsp:cNvPr id="0" name=""/>
        <dsp:cNvSpPr/>
      </dsp:nvSpPr>
      <dsp:spPr>
        <a:xfrm>
          <a:off x="6343892" y="2748333"/>
          <a:ext cx="2189073" cy="17512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Marketing Concept</a:t>
          </a:r>
        </a:p>
      </dsp:txBody>
      <dsp:txXfrm>
        <a:off x="6395185" y="2799626"/>
        <a:ext cx="2086487" cy="16486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9B32C9-40E0-4F2F-A507-FD11A3F47C16}">
      <dsp:nvSpPr>
        <dsp:cNvPr id="0" name=""/>
        <dsp:cNvSpPr/>
      </dsp:nvSpPr>
      <dsp:spPr>
        <a:xfrm>
          <a:off x="162521" y="148"/>
          <a:ext cx="1970779" cy="17523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Corporate Social Responsibility</a:t>
          </a:r>
        </a:p>
      </dsp:txBody>
      <dsp:txXfrm>
        <a:off x="248061" y="85688"/>
        <a:ext cx="1799699" cy="1581222"/>
      </dsp:txXfrm>
    </dsp:sp>
    <dsp:sp modelId="{2F4D86DA-A6DB-4969-8CD2-6278BB9658D0}">
      <dsp:nvSpPr>
        <dsp:cNvPr id="0" name=""/>
        <dsp:cNvSpPr/>
      </dsp:nvSpPr>
      <dsp:spPr>
        <a:xfrm>
          <a:off x="2275587" y="368131"/>
          <a:ext cx="1016335" cy="1016335"/>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2410302" y="756778"/>
        <a:ext cx="746905" cy="239041"/>
      </dsp:txXfrm>
    </dsp:sp>
    <dsp:sp modelId="{26BAF469-3E1F-4EA9-8DCC-63A014B4BB46}">
      <dsp:nvSpPr>
        <dsp:cNvPr id="0" name=""/>
        <dsp:cNvSpPr/>
      </dsp:nvSpPr>
      <dsp:spPr>
        <a:xfrm>
          <a:off x="3434210" y="148"/>
          <a:ext cx="1970779" cy="17523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Sustainable Development</a:t>
          </a:r>
        </a:p>
      </dsp:txBody>
      <dsp:txXfrm>
        <a:off x="3519750" y="85688"/>
        <a:ext cx="1799699" cy="1581222"/>
      </dsp:txXfrm>
    </dsp:sp>
    <dsp:sp modelId="{4F189B15-6532-4447-B947-7A6880052AA5}">
      <dsp:nvSpPr>
        <dsp:cNvPr id="0" name=""/>
        <dsp:cNvSpPr/>
      </dsp:nvSpPr>
      <dsp:spPr>
        <a:xfrm>
          <a:off x="5547276" y="368131"/>
          <a:ext cx="1016335" cy="1016335"/>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5681991" y="577496"/>
        <a:ext cx="746905" cy="597605"/>
      </dsp:txXfrm>
    </dsp:sp>
    <dsp:sp modelId="{54AF0268-7079-41F2-8B3A-C71945F1304E}">
      <dsp:nvSpPr>
        <dsp:cNvPr id="0" name=""/>
        <dsp:cNvSpPr/>
      </dsp:nvSpPr>
      <dsp:spPr>
        <a:xfrm>
          <a:off x="6705898" y="148"/>
          <a:ext cx="1970779" cy="17523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Societal Marketing</a:t>
          </a:r>
        </a:p>
      </dsp:txBody>
      <dsp:txXfrm>
        <a:off x="6791438" y="85688"/>
        <a:ext cx="1799699" cy="158122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IN"/>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C9A595A-9CDD-40D0-8C44-98DD7AECE9D5}" type="datetimeFigureOut">
              <a:rPr lang="en-IN" smtClean="0"/>
              <a:t>17-08-2026</a:t>
            </a:fld>
            <a:endParaRPr lang="en-IN"/>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13387231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4067154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IN"/>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C9A595A-9CDD-40D0-8C44-98DD7AECE9D5}" type="datetimeFigureOut">
              <a:rPr lang="en-IN" smtClean="0"/>
              <a:t>17-08-2026</a:t>
            </a:fld>
            <a:endParaRPr lang="en-IN"/>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67630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IN"/>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12309806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86351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1486413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5580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136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995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IN"/>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16359B9A-11FB-4725-94C9-4F688A6E0F0F}" type="slidenum">
              <a:rPr lang="en-IN" smtClean="0"/>
              <a:t>‹#›</a:t>
            </a:fld>
            <a:endParaRPr lang="en-IN"/>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3942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C9A595A-9CDD-40D0-8C44-98DD7AECE9D5}" type="datetimeFigureOut">
              <a:rPr lang="en-IN" smtClean="0"/>
              <a:t>17-08-2026</a:t>
            </a:fld>
            <a:endParaRPr lang="en-IN"/>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IN"/>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1256725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C9A595A-9CDD-40D0-8C44-98DD7AECE9D5}" type="datetimeFigureOut">
              <a:rPr lang="en-IN" smtClean="0"/>
              <a:t>17-08-2026</a:t>
            </a:fld>
            <a:endParaRPr lang="en-IN"/>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2558633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C9A595A-9CDD-40D0-8C44-98DD7AECE9D5}" type="datetimeFigureOut">
              <a:rPr lang="en-IN" smtClean="0"/>
              <a:t>17-08-2026</a:t>
            </a:fld>
            <a:endParaRPr lang="en-IN"/>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IN"/>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3411228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C9A595A-9CDD-40D0-8C44-98DD7AECE9D5}" type="datetimeFigureOut">
              <a:rPr lang="en-IN" smtClean="0"/>
              <a:t>17-08-2026</a:t>
            </a:fld>
            <a:endParaRPr lang="en-IN"/>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1446098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C9A595A-9CDD-40D0-8C44-98DD7AECE9D5}" type="datetimeFigureOut">
              <a:rPr lang="en-IN" smtClean="0"/>
              <a:t>17-08-2026</a:t>
            </a:fld>
            <a:endParaRPr lang="en-IN"/>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3906910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95740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30337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IN"/>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C9A595A-9CDD-40D0-8C44-98DD7AECE9D5}" type="datetimeFigureOut">
              <a:rPr lang="en-IN" smtClean="0"/>
              <a:t>17-08-2026</a:t>
            </a:fld>
            <a:endParaRPr lang="en-IN"/>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16359B9A-11FB-4725-94C9-4F688A6E0F0F}"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5583055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41003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976237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15874037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41654263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34282608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19261941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32640017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11199983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6359B9A-11FB-4725-94C9-4F688A6E0F0F}" type="slidenum">
              <a:rPr lang="en-IN" smtClean="0"/>
              <a:t>‹#›</a:t>
            </a:fld>
            <a:endParaRPr lang="en-IN"/>
          </a:p>
        </p:txBody>
      </p:sp>
    </p:spTree>
    <p:extLst>
      <p:ext uri="{BB962C8B-B14F-4D97-AF65-F5344CB8AC3E}">
        <p14:creationId xmlns:p14="http://schemas.microsoft.com/office/powerpoint/2010/main" val="37907325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47B7F-6D06-DEF1-1B7A-A1CF90D96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0CB8D1-BE27-52F8-6037-0A233318EE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F3E7FFA-A0AE-96B2-4280-10573A077C3F}"/>
              </a:ext>
            </a:extLst>
          </p:cNvPr>
          <p:cNvSpPr>
            <a:spLocks noGrp="1"/>
          </p:cNvSpPr>
          <p:nvPr>
            <p:ph type="dt" sz="half" idx="10"/>
          </p:nvPr>
        </p:nvSpPr>
        <p:spPr/>
        <p:txBody>
          <a:bodyPr/>
          <a:lstStyle/>
          <a:p>
            <a:fld id="{7C9A595A-9CDD-40D0-8C44-98DD7AECE9D5}" type="datetimeFigureOut">
              <a:rPr lang="en-IN" smtClean="0"/>
              <a:t>17-08-2026</a:t>
            </a:fld>
            <a:endParaRPr lang="en-IN"/>
          </a:p>
        </p:txBody>
      </p:sp>
      <p:sp>
        <p:nvSpPr>
          <p:cNvPr id="5" name="Footer Placeholder 4">
            <a:extLst>
              <a:ext uri="{FF2B5EF4-FFF2-40B4-BE49-F238E27FC236}">
                <a16:creationId xmlns:a16="http://schemas.microsoft.com/office/drawing/2014/main" id="{212E45DD-4F2C-E6CF-B2FE-BAA92B440B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139C57-5726-A3FB-1F11-37C5E6221288}"/>
              </a:ext>
            </a:extLst>
          </p:cNvPr>
          <p:cNvSpPr>
            <a:spLocks noGrp="1"/>
          </p:cNvSpPr>
          <p:nvPr>
            <p:ph type="sldNum" sz="quarter" idx="12"/>
          </p:nvPr>
        </p:nvSpPr>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22314445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9BBB-7E82-3341-9DFF-BC200A44C1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E4E8C9-5FF3-3FDA-8359-D0E3EDBA72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F0ACCE-98DC-FABD-AFBB-79DCFC0B1F89}"/>
              </a:ext>
            </a:extLst>
          </p:cNvPr>
          <p:cNvSpPr>
            <a:spLocks noGrp="1"/>
          </p:cNvSpPr>
          <p:nvPr>
            <p:ph type="dt" sz="half" idx="10"/>
          </p:nvPr>
        </p:nvSpPr>
        <p:spPr/>
        <p:txBody>
          <a:bodyPr/>
          <a:lstStyle/>
          <a:p>
            <a:fld id="{7C9A595A-9CDD-40D0-8C44-98DD7AECE9D5}" type="datetimeFigureOut">
              <a:rPr lang="en-IN" smtClean="0"/>
              <a:t>17-08-2026</a:t>
            </a:fld>
            <a:endParaRPr lang="en-IN"/>
          </a:p>
        </p:txBody>
      </p:sp>
      <p:sp>
        <p:nvSpPr>
          <p:cNvPr id="5" name="Footer Placeholder 4">
            <a:extLst>
              <a:ext uri="{FF2B5EF4-FFF2-40B4-BE49-F238E27FC236}">
                <a16:creationId xmlns:a16="http://schemas.microsoft.com/office/drawing/2014/main" id="{E81F32CE-5942-DA16-25AB-2EB274CA42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9794CE-4E97-0FDC-D884-08DD0ECD9C02}"/>
              </a:ext>
            </a:extLst>
          </p:cNvPr>
          <p:cNvSpPr>
            <a:spLocks noGrp="1"/>
          </p:cNvSpPr>
          <p:nvPr>
            <p:ph type="sldNum" sz="quarter" idx="12"/>
          </p:nvPr>
        </p:nvSpPr>
        <p:spPr/>
        <p:txBody>
          <a:bodyPr/>
          <a:lstStyle/>
          <a:p>
            <a:fld id="{16359B9A-11FB-4725-94C9-4F688A6E0F0F}" type="slidenum">
              <a:rPr lang="en-IN" smtClean="0"/>
              <a:t>‹#›</a:t>
            </a:fld>
            <a:endParaRPr lang="en-IN"/>
          </a:p>
        </p:txBody>
      </p:sp>
    </p:spTree>
    <p:extLst>
      <p:ext uri="{BB962C8B-B14F-4D97-AF65-F5344CB8AC3E}">
        <p14:creationId xmlns:p14="http://schemas.microsoft.com/office/powerpoint/2010/main" val="3632981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IN"/>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C9A595A-9CDD-40D0-8C44-98DD7AECE9D5}" type="datetimeFigureOut">
              <a:rPr lang="en-IN" smtClean="0"/>
              <a:t>17-08-2026</a:t>
            </a:fld>
            <a:endParaRPr lang="en-IN"/>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16359B9A-11FB-4725-94C9-4F688A6E0F0F}" type="slidenum">
              <a:rPr lang="en-IN" smtClean="0"/>
              <a:t>‹#›</a:t>
            </a:fld>
            <a:endParaRPr lang="en-IN"/>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99028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hyperlink" Target="https://www.ama.org/marketing-news/what-is-strategic-marketing-definition-importance-and-key-components/" TargetMode="Externa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5.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47814-35D3-0757-F036-64B8FB0F8EBE}"/>
              </a:ext>
            </a:extLst>
          </p:cNvPr>
          <p:cNvSpPr>
            <a:spLocks noGrp="1"/>
          </p:cNvSpPr>
          <p:nvPr>
            <p:ph type="ctrTitle"/>
          </p:nvPr>
        </p:nvSpPr>
        <p:spPr>
          <a:xfrm>
            <a:off x="1524000" y="740398"/>
            <a:ext cx="9144000" cy="1215723"/>
          </a:xfrm>
        </p:spPr>
        <p:txBody>
          <a:bodyPr>
            <a:normAutofit fontScale="90000"/>
          </a:bodyPr>
          <a:lstStyle/>
          <a:p>
            <a:r>
              <a:rPr lang="en-US" b="1" dirty="0">
                <a:latin typeface="Times New Roman" panose="02020603050405020304" pitchFamily="18" charset="0"/>
                <a:cs typeface="Times New Roman" panose="02020603050405020304" pitchFamily="18" charset="0"/>
              </a:rPr>
              <a:t>Principles of Marketing </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C64DE10-81CD-2CBD-0547-191FBCB9B3DA}"/>
              </a:ext>
            </a:extLst>
          </p:cNvPr>
          <p:cNvSpPr>
            <a:spLocks noGrp="1"/>
          </p:cNvSpPr>
          <p:nvPr>
            <p:ph type="subTitle" idx="1"/>
          </p:nvPr>
        </p:nvSpPr>
        <p:spPr>
          <a:xfrm>
            <a:off x="1651321" y="2479293"/>
            <a:ext cx="9144000" cy="1655762"/>
          </a:xfrm>
        </p:spPr>
        <p:txBody>
          <a:bodyPr/>
          <a:lstStyle/>
          <a:p>
            <a:r>
              <a:rPr lang="en-US" b="1" dirty="0">
                <a:latin typeface="Times New Roman" panose="02020603050405020304" pitchFamily="18" charset="0"/>
                <a:cs typeface="Times New Roman" panose="02020603050405020304" pitchFamily="18" charset="0"/>
              </a:rPr>
              <a:t>Course Code: GC-01</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Term: I                                                                              Credits: 3</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94409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BEA10-4864-4D33-E8B4-98511936AB66}"/>
              </a:ext>
            </a:extLst>
          </p:cNvPr>
          <p:cNvSpPr>
            <a:spLocks noGrp="1"/>
          </p:cNvSpPr>
          <p:nvPr>
            <p:ph type="title"/>
          </p:nvPr>
        </p:nvSpPr>
        <p:spPr>
          <a:xfrm>
            <a:off x="838200" y="804962"/>
            <a:ext cx="10515600" cy="711321"/>
          </a:xfrm>
        </p:spPr>
        <p:txBody>
          <a:bodyPr>
            <a:normAutofit fontScale="90000"/>
          </a:bodyPr>
          <a:lstStyle/>
          <a:p>
            <a:r>
              <a:rPr lang="en-US" b="1" dirty="0">
                <a:latin typeface="Times New Roman" panose="02020603050405020304" pitchFamily="18" charset="0"/>
                <a:cs typeface="Times New Roman" panose="02020603050405020304" pitchFamily="18" charset="0"/>
              </a:rPr>
              <a:t>Unit-I</a:t>
            </a:r>
            <a:r>
              <a:rPr lang="en-US" b="1" dirty="0"/>
              <a:t> : </a:t>
            </a:r>
            <a:r>
              <a:rPr lang="en-US" sz="2800" b="1" dirty="0">
                <a:latin typeface="Times New Roman" panose="02020603050405020304" pitchFamily="18" charset="0"/>
                <a:cs typeface="Times New Roman" panose="02020603050405020304" pitchFamily="18" charset="0"/>
              </a:rPr>
              <a:t>Foundations of Marketing &amp; Environment Analysis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EDAE94-BC1A-BB9A-DF8C-3732009A36B9}"/>
              </a:ext>
            </a:extLst>
          </p:cNvPr>
          <p:cNvSpPr>
            <a:spLocks noGrp="1"/>
          </p:cNvSpPr>
          <p:nvPr>
            <p:ph idx="1"/>
          </p:nvPr>
        </p:nvSpPr>
        <p:spPr>
          <a:xfrm>
            <a:off x="671332" y="1886673"/>
            <a:ext cx="10972800" cy="4039566"/>
          </a:xfrm>
        </p:spPr>
        <p:txBody>
          <a:bodyPr>
            <a:normAutofit fontScale="92500" lnSpcReduction="10000"/>
          </a:bodyPr>
          <a:lstStyle/>
          <a:p>
            <a:pPr algn="just">
              <a:lnSpc>
                <a:spcPct val="170000"/>
              </a:lnSpc>
            </a:pPr>
            <a:r>
              <a:rPr lang="en-US" b="1" dirty="0">
                <a:latin typeface="Times New Roman" panose="02020603050405020304" pitchFamily="18" charset="0"/>
                <a:cs typeface="Times New Roman" panose="02020603050405020304" pitchFamily="18" charset="0"/>
              </a:rPr>
              <a:t>Understanding Marketing</a:t>
            </a:r>
            <a:r>
              <a:rPr lang="en-US" dirty="0">
                <a:latin typeface="Times New Roman" panose="02020603050405020304" pitchFamily="18" charset="0"/>
                <a:cs typeface="Times New Roman" panose="02020603050405020304" pitchFamily="18" charset="0"/>
              </a:rPr>
              <a:t>: Meaning, Scope, and Importance of Marketing, Core Concepts: Needs, Wants, Demand, Value, Exchange, Market Marketing vs Selling </a:t>
            </a:r>
            <a:endParaRPr lang="en-IN" dirty="0">
              <a:latin typeface="Times New Roman" panose="02020603050405020304" pitchFamily="18" charset="0"/>
              <a:cs typeface="Times New Roman" panose="02020603050405020304" pitchFamily="18" charset="0"/>
            </a:endParaRPr>
          </a:p>
          <a:p>
            <a:pPr algn="just">
              <a:lnSpc>
                <a:spcPct val="170000"/>
              </a:lnSpc>
            </a:pPr>
            <a:r>
              <a:rPr lang="en-US" b="1" dirty="0">
                <a:latin typeface="Times New Roman" panose="02020603050405020304" pitchFamily="18" charset="0"/>
                <a:cs typeface="Times New Roman" panose="02020603050405020304" pitchFamily="18" charset="0"/>
              </a:rPr>
              <a:t>Evolution of Marketing Thought: </a:t>
            </a:r>
            <a:r>
              <a:rPr lang="en-US" dirty="0">
                <a:latin typeface="Times New Roman" panose="02020603050405020304" pitchFamily="18" charset="0"/>
                <a:cs typeface="Times New Roman" panose="02020603050405020304" pitchFamily="18" charset="0"/>
              </a:rPr>
              <a:t>Production, Product, Selling, Marketing, and Societal Marketing Concepts </a:t>
            </a:r>
            <a:endParaRPr lang="en-IN" dirty="0">
              <a:latin typeface="Times New Roman" panose="02020603050405020304" pitchFamily="18" charset="0"/>
              <a:cs typeface="Times New Roman" panose="02020603050405020304" pitchFamily="18" charset="0"/>
            </a:endParaRPr>
          </a:p>
          <a:p>
            <a:pPr algn="just">
              <a:lnSpc>
                <a:spcPct val="170000"/>
              </a:lnSpc>
            </a:pPr>
            <a:r>
              <a:rPr lang="en-US" b="1" dirty="0">
                <a:latin typeface="Times New Roman" panose="02020603050405020304" pitchFamily="18" charset="0"/>
                <a:cs typeface="Times New Roman" panose="02020603050405020304" pitchFamily="18" charset="0"/>
              </a:rPr>
              <a:t>Marketing Environment Analysis: </a:t>
            </a:r>
            <a:r>
              <a:rPr lang="en-US" dirty="0">
                <a:latin typeface="Times New Roman" panose="02020603050405020304" pitchFamily="18" charset="0"/>
                <a:cs typeface="Times New Roman" panose="02020603050405020304" pitchFamily="18" charset="0"/>
              </a:rPr>
              <a:t>Microenvironment: Company, Suppliers, Intermediaries, Customers, Competitors, Publics Macro Environment: Demographic, Economic, Technological, Political-Legal, Socio-Cultural, Natural </a:t>
            </a:r>
            <a:endParaRPr lang="en-IN" dirty="0">
              <a:latin typeface="Times New Roman" panose="02020603050405020304" pitchFamily="18" charset="0"/>
              <a:cs typeface="Times New Roman" panose="02020603050405020304" pitchFamily="18" charset="0"/>
            </a:endParaRPr>
          </a:p>
          <a:p>
            <a:pPr algn="just">
              <a:lnSpc>
                <a:spcPct val="170000"/>
              </a:lnSpc>
            </a:pPr>
            <a:r>
              <a:rPr lang="en-US" b="1" dirty="0">
                <a:latin typeface="Times New Roman" panose="02020603050405020304" pitchFamily="18" charset="0"/>
                <a:cs typeface="Times New Roman" panose="02020603050405020304" pitchFamily="18" charset="0"/>
              </a:rPr>
              <a:t> Introduction to Marketing Analytics (Basic): </a:t>
            </a:r>
            <a:r>
              <a:rPr lang="en-US" dirty="0">
                <a:latin typeface="Times New Roman" panose="02020603050405020304" pitchFamily="18" charset="0"/>
                <a:cs typeface="Times New Roman" panose="02020603050405020304" pitchFamily="18" charset="0"/>
              </a:rPr>
              <a:t>Role of Data in Marketing Decisions, Overview of Market Research Process </a:t>
            </a:r>
            <a:endParaRPr lang="en-IN" dirty="0">
              <a:latin typeface="Times New Roman" panose="02020603050405020304" pitchFamily="18" charset="0"/>
              <a:cs typeface="Times New Roman" panose="02020603050405020304" pitchFamily="18" charset="0"/>
            </a:endParaRPr>
          </a:p>
          <a:p>
            <a:pPr algn="just">
              <a:lnSpc>
                <a:spcPct val="170000"/>
              </a:lnSpc>
            </a:pPr>
            <a:r>
              <a:rPr lang="en-US" b="1" dirty="0">
                <a:latin typeface="Times New Roman" panose="02020603050405020304" pitchFamily="18" charset="0"/>
                <a:cs typeface="Times New Roman" panose="02020603050405020304" pitchFamily="18" charset="0"/>
              </a:rPr>
              <a:t>Emerging Marketing Trends: </a:t>
            </a:r>
            <a:r>
              <a:rPr lang="en-US" dirty="0">
                <a:latin typeface="Times New Roman" panose="02020603050405020304" pitchFamily="18" charset="0"/>
                <a:cs typeface="Times New Roman" panose="02020603050405020304" pitchFamily="18" charset="0"/>
              </a:rPr>
              <a:t>Digital Transformation, Sustainability &amp; Green Marketing, Relationship Marketing </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0779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EE2A-B08A-2201-06FE-985D27160F6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Understanding Marketing</a:t>
            </a:r>
            <a:endParaRPr lang="en-IN" dirty="0"/>
          </a:p>
        </p:txBody>
      </p:sp>
      <p:sp>
        <p:nvSpPr>
          <p:cNvPr id="5" name="Rectangle 4">
            <a:extLst>
              <a:ext uri="{FF2B5EF4-FFF2-40B4-BE49-F238E27FC236}">
                <a16:creationId xmlns:a16="http://schemas.microsoft.com/office/drawing/2014/main" id="{C5F559D4-D690-0152-0198-FA417163573D}"/>
              </a:ext>
            </a:extLst>
          </p:cNvPr>
          <p:cNvSpPr/>
          <p:nvPr/>
        </p:nvSpPr>
        <p:spPr>
          <a:xfrm>
            <a:off x="729205" y="1825625"/>
            <a:ext cx="10127847" cy="2062103"/>
          </a:xfrm>
          <a:prstGeom prst="rect">
            <a:avLst/>
          </a:prstGeom>
        </p:spPr>
        <p:txBody>
          <a:bodyPr wrap="square">
            <a:spAutoFit/>
          </a:bodyPr>
          <a:lstStyle/>
          <a:p>
            <a:pPr algn="just"/>
            <a:r>
              <a:rPr lang="en-US" sz="3200" dirty="0">
                <a:latin typeface="Berlin Sans FB" pitchFamily="34" charset="0"/>
                <a:cs typeface="Andalus" pitchFamily="18" charset="-78"/>
              </a:rPr>
              <a:t>“Marketing is the social process by which individuals and groups obtain what they need and want through creating and exchanging products and value with others.” — </a:t>
            </a:r>
          </a:p>
          <a:p>
            <a:pPr algn="just"/>
            <a:r>
              <a:rPr lang="en-US" sz="3200" dirty="0">
                <a:solidFill>
                  <a:srgbClr val="C00000"/>
                </a:solidFill>
                <a:latin typeface="Berlin Sans FB" pitchFamily="34" charset="0"/>
                <a:cs typeface="Andalus" pitchFamily="18" charset="-78"/>
              </a:rPr>
              <a:t>Philip Kotler</a:t>
            </a:r>
          </a:p>
        </p:txBody>
      </p:sp>
      <p:pic>
        <p:nvPicPr>
          <p:cNvPr id="7" name="Picture 2" descr="Marketing Management Promotion Branding Campaign Concept ...">
            <a:extLst>
              <a:ext uri="{FF2B5EF4-FFF2-40B4-BE49-F238E27FC236}">
                <a16:creationId xmlns:a16="http://schemas.microsoft.com/office/drawing/2014/main" id="{B5BDEA50-AC36-40C5-E6C7-AE23E91988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205" y="4022665"/>
            <a:ext cx="10494585" cy="238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148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48680"/>
            <a:ext cx="8229600" cy="868958"/>
          </a:xfrm>
        </p:spPr>
        <p:txBody>
          <a:bodyPr/>
          <a:lstStyle/>
          <a:p>
            <a:r>
              <a:rPr lang="en-US" dirty="0"/>
              <a:t>Definition</a:t>
            </a:r>
          </a:p>
        </p:txBody>
      </p:sp>
      <p:sp>
        <p:nvSpPr>
          <p:cNvPr id="3" name="Content Placeholder 2"/>
          <p:cNvSpPr>
            <a:spLocks noGrp="1"/>
          </p:cNvSpPr>
          <p:nvPr>
            <p:ph idx="1"/>
          </p:nvPr>
        </p:nvSpPr>
        <p:spPr>
          <a:xfrm>
            <a:off x="867474" y="2006314"/>
            <a:ext cx="10832749" cy="3424107"/>
          </a:xfrm>
        </p:spPr>
        <p:txBody>
          <a:bodyPr>
            <a:norm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	The American Marketing Association offers this managerial definition:</a:t>
            </a:r>
          </a:p>
          <a:p>
            <a:pPr marL="0" indent="0" algn="just">
              <a:lnSpc>
                <a:spcPct val="150000"/>
              </a:lnSpc>
              <a:buNone/>
            </a:pPr>
            <a:r>
              <a:rPr lang="en-US" sz="2000" b="1" i="1" dirty="0">
                <a:latin typeface="Times New Roman" panose="02020603050405020304" pitchFamily="18" charset="0"/>
                <a:cs typeface="Times New Roman" panose="02020603050405020304" pitchFamily="18" charset="0"/>
              </a:rPr>
              <a:t>Marketing (management) is the process of planning and executing the conception, pricing, promotion, and distribution of ideas, goods, and services to create exchanges that satisfy individual and organizational goals.</a:t>
            </a:r>
          </a:p>
        </p:txBody>
      </p:sp>
    </p:spTree>
    <p:extLst>
      <p:ext uri="{BB962C8B-B14F-4D97-AF65-F5344CB8AC3E}">
        <p14:creationId xmlns:p14="http://schemas.microsoft.com/office/powerpoint/2010/main" val="1493710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4807B-3631-0155-86AA-FFFC49E33772}"/>
              </a:ext>
            </a:extLst>
          </p:cNvPr>
          <p:cNvSpPr>
            <a:spLocks noGrp="1"/>
          </p:cNvSpPr>
          <p:nvPr>
            <p:ph type="title"/>
          </p:nvPr>
        </p:nvSpPr>
        <p:spPr>
          <a:xfrm>
            <a:off x="1085506" y="468775"/>
            <a:ext cx="9817846" cy="877705"/>
          </a:xfrm>
        </p:spPr>
        <p:txBody>
          <a:bodyPr>
            <a:noAutofit/>
          </a:bodyPr>
          <a:lstStyle/>
          <a:p>
            <a:pPr algn="just"/>
            <a:r>
              <a:rPr lang="en-IN" sz="4000" b="1" cap="none" dirty="0">
                <a:latin typeface="Times New Roman" panose="02020603050405020304" pitchFamily="18" charset="0"/>
                <a:cs typeface="Times New Roman" panose="02020603050405020304" pitchFamily="18" charset="0"/>
              </a:rPr>
              <a:t>The Scope of Marketing</a:t>
            </a:r>
          </a:p>
        </p:txBody>
      </p:sp>
      <p:sp>
        <p:nvSpPr>
          <p:cNvPr id="3" name="Content Placeholder 2">
            <a:extLst>
              <a:ext uri="{FF2B5EF4-FFF2-40B4-BE49-F238E27FC236}">
                <a16:creationId xmlns:a16="http://schemas.microsoft.com/office/drawing/2014/main" id="{37280E61-2500-0790-787B-9F568F27CF7D}"/>
              </a:ext>
            </a:extLst>
          </p:cNvPr>
          <p:cNvSpPr>
            <a:spLocks noGrp="1"/>
          </p:cNvSpPr>
          <p:nvPr>
            <p:ph idx="1"/>
          </p:nvPr>
        </p:nvSpPr>
        <p:spPr>
          <a:xfrm>
            <a:off x="684041" y="1516283"/>
            <a:ext cx="10823917" cy="4375230"/>
          </a:xfrm>
        </p:spPr>
        <p:txBody>
          <a:bodyPr>
            <a:normAutofit/>
          </a:bodyPr>
          <a:lstStyle/>
          <a:p>
            <a:pPr marL="0" lvl="0" indent="0" algn="just" eaLnBrk="0" fontAlgn="base" hangingPunct="0">
              <a:lnSpc>
                <a:spcPct val="200000"/>
              </a:lnSpc>
              <a:spcBef>
                <a:spcPct val="0"/>
              </a:spcBef>
              <a:spcAft>
                <a:spcPct val="0"/>
              </a:spcAft>
              <a:buFontTx/>
              <a:buChar char="•"/>
            </a:pPr>
            <a:r>
              <a:rPr lang="en-US" altLang="en-US" sz="2400" b="1" cap="none" dirty="0">
                <a:latin typeface="Times New Roman" panose="02020603050405020304" pitchFamily="18" charset="0"/>
                <a:cs typeface="Times New Roman" panose="02020603050405020304" pitchFamily="18" charset="0"/>
              </a:rPr>
              <a:t>Market research &amp; analysis:</a:t>
            </a:r>
            <a:r>
              <a:rPr lang="en-US" altLang="en-US" sz="2400" cap="none" dirty="0">
                <a:latin typeface="Times New Roman" panose="02020603050405020304" pitchFamily="18" charset="0"/>
                <a:cs typeface="Times New Roman" panose="02020603050405020304" pitchFamily="18" charset="0"/>
              </a:rPr>
              <a:t> collecting data on consumer preferences, demographics, and buying behaviors to identify profitable opportunities.</a:t>
            </a:r>
          </a:p>
          <a:p>
            <a:pPr marL="0" lvl="0" indent="0" algn="just" eaLnBrk="0" fontAlgn="base" hangingPunct="0">
              <a:lnSpc>
                <a:spcPct val="200000"/>
              </a:lnSpc>
              <a:spcBef>
                <a:spcPct val="0"/>
              </a:spcBef>
              <a:spcAft>
                <a:spcPct val="0"/>
              </a:spcAft>
              <a:buFontTx/>
              <a:buChar char="•"/>
            </a:pPr>
            <a:r>
              <a:rPr lang="en-US" altLang="en-US" sz="2400" b="1" cap="none" dirty="0">
                <a:latin typeface="Times New Roman" panose="02020603050405020304" pitchFamily="18" charset="0"/>
                <a:cs typeface="Times New Roman" panose="02020603050405020304" pitchFamily="18" charset="0"/>
              </a:rPr>
              <a:t>Product development &amp; planning:</a:t>
            </a:r>
            <a:r>
              <a:rPr lang="en-US" altLang="en-US" sz="2400" cap="none" dirty="0">
                <a:latin typeface="Times New Roman" panose="02020603050405020304" pitchFamily="18" charset="0"/>
                <a:cs typeface="Times New Roman" panose="02020603050405020304" pitchFamily="18" charset="0"/>
              </a:rPr>
              <a:t> designing, testing, and launching goods and services that directly address the pain points of the target audience.</a:t>
            </a:r>
          </a:p>
          <a:p>
            <a:pPr marL="0" lvl="0" indent="0" algn="just" eaLnBrk="0" fontAlgn="base" hangingPunct="0">
              <a:lnSpc>
                <a:spcPct val="200000"/>
              </a:lnSpc>
              <a:spcBef>
                <a:spcPct val="0"/>
              </a:spcBef>
              <a:spcAft>
                <a:spcPct val="0"/>
              </a:spcAft>
              <a:buFontTx/>
              <a:buChar char="•"/>
            </a:pPr>
            <a:r>
              <a:rPr lang="en-US" altLang="en-US" sz="2400" b="1" cap="none" dirty="0">
                <a:latin typeface="Times New Roman" panose="02020603050405020304" pitchFamily="18" charset="0"/>
                <a:cs typeface="Times New Roman" panose="02020603050405020304" pitchFamily="18" charset="0"/>
              </a:rPr>
              <a:t>Pricing policies:</a:t>
            </a:r>
            <a:r>
              <a:rPr lang="en-US" altLang="en-US" sz="2400" cap="none" dirty="0">
                <a:latin typeface="Times New Roman" panose="02020603050405020304" pitchFamily="18" charset="0"/>
                <a:cs typeface="Times New Roman" panose="02020603050405020304" pitchFamily="18" charset="0"/>
              </a:rPr>
              <a:t> determining the optimal price for a product by balancing production costs, competitor pricing, and the consumer's willingness to pay.</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655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BFC7A-8F4A-9F51-6B8B-9F05A9F550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B9D79-CF3D-CFD6-0F23-7E9E2F73D4B6}"/>
              </a:ext>
            </a:extLst>
          </p:cNvPr>
          <p:cNvSpPr>
            <a:spLocks noGrp="1"/>
          </p:cNvSpPr>
          <p:nvPr>
            <p:ph idx="1"/>
          </p:nvPr>
        </p:nvSpPr>
        <p:spPr>
          <a:xfrm>
            <a:off x="838200" y="1559929"/>
            <a:ext cx="10515600" cy="4667250"/>
          </a:xfrm>
        </p:spPr>
        <p:txBody>
          <a:bodyPr>
            <a:normAutofit fontScale="92500"/>
          </a:bodyPr>
          <a:lstStyle/>
          <a:p>
            <a:pPr marL="0" lvl="0" indent="0" algn="just"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Distribution &amp; Logistics:</a:t>
            </a:r>
            <a:r>
              <a:rPr lang="en-US" altLang="en-US" sz="2400" dirty="0">
                <a:latin typeface="Times New Roman" panose="02020603050405020304" pitchFamily="18" charset="0"/>
                <a:cs typeface="Times New Roman" panose="02020603050405020304" pitchFamily="18" charset="0"/>
              </a:rPr>
              <a:t> Managing the supply chain and selecting the right channels (e.g., retail, e-commerce) to ensure products are available at the right place and time.</a:t>
            </a:r>
          </a:p>
          <a:p>
            <a:pPr marL="0" lvl="0" indent="0" algn="just"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Promotion &amp; Branding:</a:t>
            </a:r>
            <a:r>
              <a:rPr lang="en-US" altLang="en-US" sz="2400" dirty="0">
                <a:latin typeface="Times New Roman" panose="02020603050405020304" pitchFamily="18" charset="0"/>
                <a:cs typeface="Times New Roman" panose="02020603050405020304" pitchFamily="18" charset="0"/>
              </a:rPr>
              <a:t> Crafting messages through digital marketing, PR, and advertising to build brand awareness, generate leads, and stimulate sales.</a:t>
            </a:r>
          </a:p>
          <a:p>
            <a:pPr marL="0" lvl="0" indent="0" algn="just" eaLnBrk="0" fontAlgn="base" hangingPunct="0">
              <a:lnSpc>
                <a:spcPct val="20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Customer Relationship Management (CRM):</a:t>
            </a:r>
            <a:r>
              <a:rPr lang="en-US" altLang="en-US" sz="2400" dirty="0">
                <a:latin typeface="Times New Roman" panose="02020603050405020304" pitchFamily="18" charset="0"/>
                <a:cs typeface="Times New Roman" panose="02020603050405020304" pitchFamily="18" charset="0"/>
              </a:rPr>
              <a:t> Ensuring post-purchase satisfaction to build brand loyalty, boost retention, and drive repeat business.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algn="just"/>
            <a:endParaRPr lang="en-IN"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2B0B32AF-B967-26BF-3E61-27DB85AC2504}"/>
              </a:ext>
            </a:extLst>
          </p:cNvPr>
          <p:cNvSpPr txBox="1">
            <a:spLocks/>
          </p:cNvSpPr>
          <p:nvPr/>
        </p:nvSpPr>
        <p:spPr>
          <a:xfrm>
            <a:off x="1027633" y="630821"/>
            <a:ext cx="9817846" cy="8777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IN" sz="4000" b="1" dirty="0">
                <a:latin typeface="Times New Roman" panose="02020603050405020304" pitchFamily="18" charset="0"/>
                <a:cs typeface="Times New Roman" panose="02020603050405020304" pitchFamily="18" charset="0"/>
              </a:rPr>
              <a:t>The scope of marketing</a:t>
            </a:r>
          </a:p>
        </p:txBody>
      </p:sp>
    </p:spTree>
    <p:extLst>
      <p:ext uri="{BB962C8B-B14F-4D97-AF65-F5344CB8AC3E}">
        <p14:creationId xmlns:p14="http://schemas.microsoft.com/office/powerpoint/2010/main" val="2354228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915F-1DB6-5613-24C8-4B750058C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BC0F8-4D9D-854C-0E5A-397C09806072}"/>
              </a:ext>
            </a:extLst>
          </p:cNvPr>
          <p:cNvSpPr>
            <a:spLocks noGrp="1"/>
          </p:cNvSpPr>
          <p:nvPr>
            <p:ph type="title"/>
          </p:nvPr>
        </p:nvSpPr>
        <p:spPr>
          <a:xfrm>
            <a:off x="639435" y="600859"/>
            <a:ext cx="9606831" cy="728480"/>
          </a:xfrm>
        </p:spPr>
        <p:txBody>
          <a:bodyPr>
            <a:noAutofit/>
          </a:bodyPr>
          <a:lstStyle/>
          <a:p>
            <a:r>
              <a:rPr lang="en-IN" sz="2400" b="1" dirty="0">
                <a:latin typeface="Times New Roman" panose="02020603050405020304" pitchFamily="18" charset="0"/>
                <a:cs typeface="Times New Roman" panose="02020603050405020304" pitchFamily="18" charset="0"/>
              </a:rPr>
              <a:t>Strategic Importance of Marketing</a:t>
            </a:r>
          </a:p>
        </p:txBody>
      </p:sp>
      <p:sp>
        <p:nvSpPr>
          <p:cNvPr id="3" name="Content Placeholder 2">
            <a:extLst>
              <a:ext uri="{FF2B5EF4-FFF2-40B4-BE49-F238E27FC236}">
                <a16:creationId xmlns:a16="http://schemas.microsoft.com/office/drawing/2014/main" id="{D6659564-A78E-FCE9-AA2B-91B425914FA6}"/>
              </a:ext>
            </a:extLst>
          </p:cNvPr>
          <p:cNvSpPr>
            <a:spLocks noGrp="1"/>
          </p:cNvSpPr>
          <p:nvPr>
            <p:ph idx="1"/>
          </p:nvPr>
        </p:nvSpPr>
        <p:spPr>
          <a:xfrm>
            <a:off x="391550" y="1678329"/>
            <a:ext cx="11408899" cy="4988689"/>
          </a:xfrm>
        </p:spPr>
        <p:txBody>
          <a:bodyPr>
            <a:normAutofit fontScale="25000" lnSpcReduction="20000"/>
          </a:bodyPr>
          <a:lstStyle/>
          <a:p>
            <a:pPr marL="0" lvl="0" indent="0" algn="just" eaLnBrk="0" fontAlgn="base" hangingPunct="0">
              <a:lnSpc>
                <a:spcPct val="220000"/>
              </a:lnSpc>
              <a:spcBef>
                <a:spcPct val="0"/>
              </a:spcBef>
              <a:spcAft>
                <a:spcPct val="0"/>
              </a:spcAft>
              <a:buFontTx/>
              <a:buChar char="•"/>
            </a:pPr>
            <a:r>
              <a:rPr lang="en-US" altLang="en-US" sz="8000" b="1" cap="none" dirty="0">
                <a:latin typeface="Times New Roman" panose="02020603050405020304" pitchFamily="18" charset="0"/>
                <a:cs typeface="Times New Roman" panose="02020603050405020304" pitchFamily="18" charset="0"/>
              </a:rPr>
              <a:t>Competitive positioning:</a:t>
            </a:r>
            <a:r>
              <a:rPr lang="en-US" altLang="en-US" sz="8000" cap="none" dirty="0">
                <a:latin typeface="Times New Roman" panose="02020603050405020304" pitchFamily="18" charset="0"/>
                <a:cs typeface="Times New Roman" panose="02020603050405020304" pitchFamily="18" charset="0"/>
              </a:rPr>
              <a:t> helps businesses stand out in saturated markets by defining a unique </a:t>
            </a:r>
            <a:r>
              <a:rPr lang="en-US" altLang="en-US" sz="8000" cap="none"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value proposition</a:t>
            </a:r>
            <a:r>
              <a:rPr lang="en-US" altLang="en-US" sz="8000" cap="none" dirty="0">
                <a:latin typeface="Times New Roman" panose="02020603050405020304" pitchFamily="18" charset="0"/>
                <a:cs typeface="Times New Roman" panose="02020603050405020304" pitchFamily="18" charset="0"/>
              </a:rPr>
              <a:t> and brand voice.</a:t>
            </a:r>
          </a:p>
          <a:p>
            <a:pPr marL="0" lvl="0" indent="0" algn="just" eaLnBrk="0" fontAlgn="base" hangingPunct="0">
              <a:lnSpc>
                <a:spcPct val="220000"/>
              </a:lnSpc>
              <a:spcBef>
                <a:spcPct val="0"/>
              </a:spcBef>
              <a:spcAft>
                <a:spcPct val="0"/>
              </a:spcAft>
              <a:buFontTx/>
              <a:buChar char="•"/>
            </a:pPr>
            <a:r>
              <a:rPr lang="en-US" altLang="en-US" sz="8000" b="1" cap="none" dirty="0">
                <a:latin typeface="Times New Roman" panose="02020603050405020304" pitchFamily="18" charset="0"/>
                <a:cs typeface="Times New Roman" panose="02020603050405020304" pitchFamily="18" charset="0"/>
              </a:rPr>
              <a:t>Resource optimization:</a:t>
            </a:r>
            <a:r>
              <a:rPr lang="en-US" altLang="en-US" sz="8000" cap="none" dirty="0">
                <a:latin typeface="Times New Roman" panose="02020603050405020304" pitchFamily="18" charset="0"/>
                <a:cs typeface="Times New Roman" panose="02020603050405020304" pitchFamily="18" charset="0"/>
              </a:rPr>
              <a:t> directs investments into high-ROI areas by using data-driven insights rather than guesswork.</a:t>
            </a:r>
          </a:p>
          <a:p>
            <a:pPr marL="0" lvl="0" indent="0" algn="just" eaLnBrk="0" fontAlgn="base" hangingPunct="0">
              <a:lnSpc>
                <a:spcPct val="220000"/>
              </a:lnSpc>
              <a:spcBef>
                <a:spcPct val="0"/>
              </a:spcBef>
              <a:spcAft>
                <a:spcPct val="0"/>
              </a:spcAft>
              <a:buFontTx/>
              <a:buChar char="•"/>
            </a:pPr>
            <a:r>
              <a:rPr lang="en-US" altLang="en-US" sz="8000" b="1" cap="none" dirty="0">
                <a:latin typeface="Times New Roman" panose="02020603050405020304" pitchFamily="18" charset="0"/>
                <a:cs typeface="Times New Roman" panose="02020603050405020304" pitchFamily="18" charset="0"/>
              </a:rPr>
              <a:t>Sustainable growth:</a:t>
            </a:r>
            <a:r>
              <a:rPr lang="en-US" altLang="en-US" sz="8000" cap="none" dirty="0">
                <a:latin typeface="Times New Roman" panose="02020603050405020304" pitchFamily="18" charset="0"/>
                <a:cs typeface="Times New Roman" panose="02020603050405020304" pitchFamily="18" charset="0"/>
              </a:rPr>
              <a:t> focuses on long-term goals—like market expansion and innovation—rather than just immediate, short-term campaigns.</a:t>
            </a:r>
          </a:p>
          <a:p>
            <a:pPr marL="0" lvl="0" indent="0" algn="just" eaLnBrk="0" fontAlgn="base" hangingPunct="0">
              <a:lnSpc>
                <a:spcPct val="220000"/>
              </a:lnSpc>
              <a:spcBef>
                <a:spcPct val="0"/>
              </a:spcBef>
              <a:spcAft>
                <a:spcPct val="0"/>
              </a:spcAft>
              <a:buFontTx/>
              <a:buChar char="•"/>
            </a:pPr>
            <a:r>
              <a:rPr lang="en-US" altLang="en-US" sz="8000" b="1" cap="none" dirty="0">
                <a:latin typeface="Times New Roman" panose="02020603050405020304" pitchFamily="18" charset="0"/>
                <a:cs typeface="Times New Roman" panose="02020603050405020304" pitchFamily="18" charset="0"/>
              </a:rPr>
              <a:t>Business survival:</a:t>
            </a:r>
            <a:r>
              <a:rPr lang="en-US" altLang="en-US" sz="8000" cap="none" dirty="0">
                <a:latin typeface="Times New Roman" panose="02020603050405020304" pitchFamily="18" charset="0"/>
                <a:cs typeface="Times New Roman" panose="02020603050405020304" pitchFamily="18" charset="0"/>
              </a:rPr>
              <a:t> adapts the organization to external shifts, technological changes, and evolving economic conditions, ensuring the company remains relevant.</a:t>
            </a:r>
            <a:r>
              <a:rPr kumimoji="0" lang="en-US" altLang="en-US" sz="8000" b="0" i="0" u="none" strike="noStrike" cap="none" normalizeH="0" baseline="0" dirty="0">
                <a:ln>
                  <a:noFill/>
                </a:ln>
                <a:effectLst/>
                <a:latin typeface="Times New Roman" panose="02020603050405020304" pitchFamily="18" charset="0"/>
                <a:cs typeface="Times New Roman" panose="02020603050405020304" pitchFamily="18" charset="0"/>
              </a:rPr>
              <a:t> </a:t>
            </a:r>
            <a:endParaRPr lang="en-IN" sz="80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629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51E97-87AB-7F80-66E2-F2A9AB08BEC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87B1360-7C88-EC4D-F80F-CE9F5DC01E82}"/>
              </a:ext>
            </a:extLst>
          </p:cNvPr>
          <p:cNvSpPr>
            <a:spLocks noGrp="1"/>
          </p:cNvSpPr>
          <p:nvPr>
            <p:ph idx="1"/>
          </p:nvPr>
        </p:nvSpPr>
        <p:spPr>
          <a:xfrm>
            <a:off x="838200" y="2397135"/>
            <a:ext cx="10515600" cy="4114801"/>
          </a:xfrm>
        </p:spPr>
        <p:txBody>
          <a:bodyPr>
            <a:normAutofit lnSpcReduction="10000"/>
          </a:bodyPr>
          <a:lstStyle/>
          <a:p>
            <a:pPr marL="342900" indent="-342900">
              <a:buAutoNum type="arabicParenR"/>
            </a:pPr>
            <a:r>
              <a:rPr lang="en-US" dirty="0"/>
              <a:t>FMCG</a:t>
            </a:r>
          </a:p>
          <a:p>
            <a:pPr marL="342900" indent="-342900">
              <a:buAutoNum type="arabicParenR"/>
            </a:pPr>
            <a:r>
              <a:rPr lang="en-US" dirty="0"/>
              <a:t>E-Vehicle</a:t>
            </a:r>
          </a:p>
          <a:p>
            <a:pPr marL="342900" indent="-342900">
              <a:buAutoNum type="arabicParenR"/>
            </a:pPr>
            <a:r>
              <a:rPr lang="en-US" dirty="0"/>
              <a:t>Pharmaceuticals </a:t>
            </a:r>
          </a:p>
          <a:p>
            <a:pPr marL="342900" indent="-342900">
              <a:buAutoNum type="arabicParenR"/>
            </a:pPr>
            <a:r>
              <a:rPr lang="en-US" dirty="0"/>
              <a:t>Fitness App</a:t>
            </a:r>
          </a:p>
          <a:p>
            <a:pPr marL="342900" indent="-342900">
              <a:buAutoNum type="arabicParenR"/>
            </a:pPr>
            <a:r>
              <a:rPr lang="en-US" dirty="0"/>
              <a:t>Spotify</a:t>
            </a:r>
          </a:p>
          <a:p>
            <a:pPr marL="342900" indent="-342900">
              <a:buAutoNum type="arabicParenR"/>
            </a:pPr>
            <a:r>
              <a:rPr lang="en-US" dirty="0"/>
              <a:t>Educational Institute</a:t>
            </a:r>
          </a:p>
          <a:p>
            <a:pPr marL="342900" indent="-342900">
              <a:buAutoNum type="arabicParenR"/>
            </a:pPr>
            <a:r>
              <a:rPr lang="en-US" dirty="0"/>
              <a:t>Quick Commerce</a:t>
            </a:r>
          </a:p>
          <a:p>
            <a:pPr marL="342900" indent="-342900">
              <a:buAutoNum type="arabicParenR"/>
            </a:pPr>
            <a:r>
              <a:rPr lang="en-US" dirty="0"/>
              <a:t>Tourism Industry</a:t>
            </a:r>
          </a:p>
          <a:p>
            <a:pPr marL="342900" indent="-342900">
              <a:buAutoNum type="arabicParenR"/>
            </a:pPr>
            <a:r>
              <a:rPr lang="en-US" dirty="0"/>
              <a:t>Real Estate </a:t>
            </a:r>
          </a:p>
          <a:p>
            <a:pPr marL="342900" indent="-342900">
              <a:buAutoNum type="arabicParenR"/>
            </a:pPr>
            <a:r>
              <a:rPr lang="en-US" dirty="0"/>
              <a:t>Renewable Energy</a:t>
            </a:r>
          </a:p>
          <a:p>
            <a:pPr marL="342900" indent="-342900">
              <a:buAutoNum type="arabicParenR"/>
            </a:pPr>
            <a:endParaRPr lang="en-IN" dirty="0"/>
          </a:p>
        </p:txBody>
      </p:sp>
      <p:sp>
        <p:nvSpPr>
          <p:cNvPr id="7" name="Title 6">
            <a:extLst>
              <a:ext uri="{FF2B5EF4-FFF2-40B4-BE49-F238E27FC236}">
                <a16:creationId xmlns:a16="http://schemas.microsoft.com/office/drawing/2014/main" id="{95237BD2-E203-8990-02B9-52058FA9E9B1}"/>
              </a:ext>
            </a:extLst>
          </p:cNvPr>
          <p:cNvSpPr>
            <a:spLocks noGrp="1"/>
          </p:cNvSpPr>
          <p:nvPr>
            <p:ph type="title"/>
          </p:nvPr>
        </p:nvSpPr>
        <p:spPr>
          <a:xfrm>
            <a:off x="383894" y="797476"/>
            <a:ext cx="11424211" cy="1020071"/>
          </a:xfrm>
        </p:spPr>
        <p:txBody>
          <a:bodyPr>
            <a:noAutofit/>
          </a:bodyPr>
          <a:lstStyle/>
          <a:p>
            <a:pPr>
              <a:lnSpc>
                <a:spcPct val="150000"/>
              </a:lnSpc>
            </a:pPr>
            <a:r>
              <a:rPr lang="en-US" sz="2000" cap="none" dirty="0">
                <a:latin typeface="Times New Roman" panose="02020603050405020304" pitchFamily="18" charset="0"/>
                <a:cs typeface="Times New Roman" panose="02020603050405020304" pitchFamily="18" charset="0"/>
              </a:rPr>
              <a:t>Activity: Select any one industry and map out a specific consumer scenario using the given core concept of marketing,</a:t>
            </a:r>
            <a:br>
              <a:rPr lang="en-US" sz="2000" cap="none" dirty="0">
                <a:latin typeface="Times New Roman" panose="02020603050405020304" pitchFamily="18" charset="0"/>
                <a:cs typeface="Times New Roman" panose="02020603050405020304" pitchFamily="18" charset="0"/>
              </a:rPr>
            </a:br>
            <a:r>
              <a:rPr lang="en-US" sz="2000" cap="none" dirty="0">
                <a:latin typeface="Times New Roman" panose="02020603050405020304" pitchFamily="18" charset="0"/>
                <a:cs typeface="Times New Roman" panose="02020603050405020304" pitchFamily="18" charset="0"/>
              </a:rPr>
              <a:t>Need, want, demand, customer value, exchange, customer &amp; consumer, customer satisfaction, customer delight, customer loyalty</a:t>
            </a:r>
            <a:endParaRPr lang="en-IN" sz="20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5430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arpitsrivastava.files.wordpress.com/2011/09/core-concepts-of-marketing.jpg?resize=640%2C316"/>
          <p:cNvPicPr>
            <a:picLocks noChangeAspect="1" noChangeArrowheads="1"/>
          </p:cNvPicPr>
          <p:nvPr/>
        </p:nvPicPr>
        <p:blipFill>
          <a:blip r:embed="rId2"/>
          <a:srcRect/>
          <a:stretch>
            <a:fillRect/>
          </a:stretch>
        </p:blipFill>
        <p:spPr bwMode="auto">
          <a:xfrm>
            <a:off x="729205" y="236258"/>
            <a:ext cx="10428790" cy="4231570"/>
          </a:xfrm>
          <a:prstGeom prst="rect">
            <a:avLst/>
          </a:prstGeom>
          <a:noFill/>
        </p:spPr>
      </p:pic>
      <p:sp>
        <p:nvSpPr>
          <p:cNvPr id="5" name="Rectangle 4"/>
          <p:cNvSpPr/>
          <p:nvPr/>
        </p:nvSpPr>
        <p:spPr>
          <a:xfrm>
            <a:off x="621174" y="4766323"/>
            <a:ext cx="10949651" cy="1147045"/>
          </a:xfrm>
          <a:prstGeom prst="rect">
            <a:avLst/>
          </a:prstGeom>
        </p:spPr>
        <p:txBody>
          <a:bodyPr wrap="square">
            <a:spAutoFit/>
          </a:bodyPr>
          <a:lstStyle/>
          <a:p>
            <a:pPr algn="just">
              <a:lnSpc>
                <a:spcPct val="150000"/>
              </a:lnSpc>
            </a:pPr>
            <a:r>
              <a:rPr lang="en-US" sz="2400" dirty="0"/>
              <a:t>Need, Want, Demand, Customer Value, Exchange, Customer &amp; Consumer, Customer Satisfaction, Customer Delight, Customer Loyalty, Marketing v/s Market </a:t>
            </a:r>
          </a:p>
        </p:txBody>
      </p:sp>
    </p:spTree>
    <p:extLst>
      <p:ext uri="{BB962C8B-B14F-4D97-AF65-F5344CB8AC3E}">
        <p14:creationId xmlns:p14="http://schemas.microsoft.com/office/powerpoint/2010/main" val="2097327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p:cNvPicPr>
            <a:picLocks noChangeAspect="1" noChangeArrowheads="1"/>
          </p:cNvPicPr>
          <p:nvPr/>
        </p:nvPicPr>
        <p:blipFill>
          <a:blip r:embed="rId2"/>
          <a:srcRect t="26761"/>
          <a:stretch>
            <a:fillRect/>
          </a:stretch>
        </p:blipFill>
        <p:spPr bwMode="auto">
          <a:xfrm>
            <a:off x="1524000" y="0"/>
            <a:ext cx="9144000" cy="6858000"/>
          </a:xfrm>
          <a:prstGeom prst="rect">
            <a:avLst/>
          </a:prstGeom>
          <a:noFill/>
        </p:spPr>
      </p:pic>
    </p:spTree>
    <p:extLst>
      <p:ext uri="{BB962C8B-B14F-4D97-AF65-F5344CB8AC3E}">
        <p14:creationId xmlns:p14="http://schemas.microsoft.com/office/powerpoint/2010/main" val="1443419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20688"/>
            <a:ext cx="8229600" cy="796950"/>
          </a:xfrm>
        </p:spPr>
        <p:txBody>
          <a:bodyPr/>
          <a:lstStyle/>
          <a:p>
            <a:r>
              <a:rPr lang="en-US" dirty="0"/>
              <a:t>Exchange / Transaction</a:t>
            </a:r>
          </a:p>
        </p:txBody>
      </p:sp>
      <p:sp>
        <p:nvSpPr>
          <p:cNvPr id="3" name="Content Placeholder 2"/>
          <p:cNvSpPr>
            <a:spLocks noGrp="1"/>
          </p:cNvSpPr>
          <p:nvPr>
            <p:ph idx="1"/>
          </p:nvPr>
        </p:nvSpPr>
        <p:spPr>
          <a:xfrm>
            <a:off x="555586" y="1875099"/>
            <a:ext cx="11157994" cy="4849792"/>
          </a:xfrm>
        </p:spPr>
        <p:txBody>
          <a:bodyPr>
            <a:normAutofit fontScale="77500" lnSpcReduction="20000"/>
          </a:bodyPr>
          <a:lstStyle/>
          <a:p>
            <a:pPr>
              <a:lnSpc>
                <a:spcPct val="170000"/>
              </a:lnSpc>
            </a:pPr>
            <a:r>
              <a:rPr lang="en-US" b="1" dirty="0"/>
              <a:t>EXCHANGE</a:t>
            </a:r>
            <a:r>
              <a:rPr lang="en-US" dirty="0"/>
              <a:t>: – The act/ process of obtaining a desired product from someone by offering something in return. For exchange potential to exist, the following conditions must be fulfilled.</a:t>
            </a:r>
          </a:p>
          <a:p>
            <a:pPr lvl="1">
              <a:lnSpc>
                <a:spcPct val="170000"/>
              </a:lnSpc>
            </a:pPr>
            <a:r>
              <a:rPr lang="en-US" sz="3200" dirty="0"/>
              <a:t>There must be at least two parties.</a:t>
            </a:r>
          </a:p>
          <a:p>
            <a:pPr lvl="1">
              <a:lnSpc>
                <a:spcPct val="170000"/>
              </a:lnSpc>
            </a:pPr>
            <a:r>
              <a:rPr lang="en-US" sz="3200" dirty="0"/>
              <a:t>Each party has something of value for other party.</a:t>
            </a:r>
          </a:p>
          <a:p>
            <a:pPr lvl="1">
              <a:lnSpc>
                <a:spcPct val="170000"/>
              </a:lnSpc>
            </a:pPr>
            <a:r>
              <a:rPr lang="en-US" sz="3200" dirty="0"/>
              <a:t>Each party is capable of communication &amp; delivery</a:t>
            </a:r>
          </a:p>
          <a:p>
            <a:pPr lvl="1">
              <a:lnSpc>
                <a:spcPct val="170000"/>
              </a:lnSpc>
            </a:pPr>
            <a:r>
              <a:rPr lang="en-US" sz="3200" dirty="0"/>
              <a:t>Each party is free to accept/ reject the exchange offer.</a:t>
            </a:r>
          </a:p>
          <a:p>
            <a:pPr lvl="1">
              <a:lnSpc>
                <a:spcPct val="170000"/>
              </a:lnSpc>
            </a:pPr>
            <a:r>
              <a:rPr lang="en-US" sz="3200" dirty="0"/>
              <a:t>Each party believes it is appropriate to deal with the other party.</a:t>
            </a:r>
          </a:p>
          <a:p>
            <a:pPr>
              <a:lnSpc>
                <a:spcPct val="170000"/>
              </a:lnSpc>
            </a:pPr>
            <a:r>
              <a:rPr lang="en-US" b="1" dirty="0"/>
              <a:t>TRANSACTION</a:t>
            </a:r>
            <a:r>
              <a:rPr lang="en-US" dirty="0"/>
              <a:t>: – Event that happens at the end of an exchange. Exchange is a process towards an agreement. When agreement is reached, we say a transaction has taken place.</a:t>
            </a:r>
          </a:p>
          <a:p>
            <a:pPr>
              <a:lnSpc>
                <a:spcPct val="170000"/>
              </a:lnSpc>
            </a:pPr>
            <a:endParaRPr lang="en-US" dirty="0"/>
          </a:p>
        </p:txBody>
      </p:sp>
    </p:spTree>
    <p:extLst>
      <p:ext uri="{BB962C8B-B14F-4D97-AF65-F5344CB8AC3E}">
        <p14:creationId xmlns:p14="http://schemas.microsoft.com/office/powerpoint/2010/main" val="1183364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srcRect l="12884" t="20833" r="40264" b="13542"/>
          <a:stretch>
            <a:fillRect/>
          </a:stretch>
        </p:blipFill>
        <p:spPr bwMode="auto">
          <a:xfrm>
            <a:off x="416689" y="289367"/>
            <a:ext cx="11262167" cy="6261904"/>
          </a:xfrm>
          <a:prstGeom prst="rect">
            <a:avLst/>
          </a:prstGeom>
          <a:noFill/>
          <a:ln w="9525">
            <a:noFill/>
            <a:miter lim="800000"/>
            <a:headEnd/>
            <a:tailEnd/>
          </a:ln>
          <a:effectLst/>
        </p:spPr>
      </p:pic>
    </p:spTree>
    <p:extLst>
      <p:ext uri="{BB962C8B-B14F-4D97-AF65-F5344CB8AC3E}">
        <p14:creationId xmlns:p14="http://schemas.microsoft.com/office/powerpoint/2010/main" val="3230974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Image result for customer and consumer"/>
          <p:cNvPicPr>
            <a:picLocks noChangeAspect="1" noChangeArrowheads="1"/>
          </p:cNvPicPr>
          <p:nvPr/>
        </p:nvPicPr>
        <p:blipFill>
          <a:blip r:embed="rId2"/>
          <a:srcRect/>
          <a:stretch>
            <a:fillRect/>
          </a:stretch>
        </p:blipFill>
        <p:spPr bwMode="auto">
          <a:xfrm>
            <a:off x="324091" y="173619"/>
            <a:ext cx="11447362" cy="6585995"/>
          </a:xfrm>
          <a:prstGeom prst="rect">
            <a:avLst/>
          </a:prstGeom>
          <a:noFill/>
        </p:spPr>
      </p:pic>
    </p:spTree>
    <p:extLst>
      <p:ext uri="{BB962C8B-B14F-4D97-AF65-F5344CB8AC3E}">
        <p14:creationId xmlns:p14="http://schemas.microsoft.com/office/powerpoint/2010/main" val="2799041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1887890180"/>
              </p:ext>
            </p:extLst>
          </p:nvPr>
        </p:nvGraphicFramePr>
        <p:xfrm>
          <a:off x="671331" y="266218"/>
          <a:ext cx="10799179" cy="6250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5539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0CDCDC-E526-1CF7-8B47-720F437E2E55}"/>
              </a:ext>
            </a:extLst>
          </p:cNvPr>
          <p:cNvPicPr>
            <a:picLocks noChangeAspect="1"/>
          </p:cNvPicPr>
          <p:nvPr/>
        </p:nvPicPr>
        <p:blipFill>
          <a:blip r:embed="rId2"/>
          <a:stretch>
            <a:fillRect/>
          </a:stretch>
        </p:blipFill>
        <p:spPr>
          <a:xfrm>
            <a:off x="347241" y="254644"/>
            <a:ext cx="11181144" cy="6412374"/>
          </a:xfrm>
          <a:prstGeom prst="rect">
            <a:avLst/>
          </a:prstGeom>
        </p:spPr>
      </p:pic>
      <p:pic>
        <p:nvPicPr>
          <p:cNvPr id="5" name="Picture 4">
            <a:extLst>
              <a:ext uri="{FF2B5EF4-FFF2-40B4-BE49-F238E27FC236}">
                <a16:creationId xmlns:a16="http://schemas.microsoft.com/office/drawing/2014/main" id="{AE54C28E-C534-2793-2609-B52114073E96}"/>
              </a:ext>
            </a:extLst>
          </p:cNvPr>
          <p:cNvPicPr>
            <a:picLocks noChangeAspect="1"/>
          </p:cNvPicPr>
          <p:nvPr/>
        </p:nvPicPr>
        <p:blipFill>
          <a:blip r:embed="rId3"/>
          <a:stretch>
            <a:fillRect/>
          </a:stretch>
        </p:blipFill>
        <p:spPr>
          <a:xfrm>
            <a:off x="10594699" y="1193802"/>
            <a:ext cx="771633" cy="257211"/>
          </a:xfrm>
          <a:prstGeom prst="rect">
            <a:avLst/>
          </a:prstGeom>
        </p:spPr>
      </p:pic>
      <p:pic>
        <p:nvPicPr>
          <p:cNvPr id="7" name="Picture 6">
            <a:extLst>
              <a:ext uri="{FF2B5EF4-FFF2-40B4-BE49-F238E27FC236}">
                <a16:creationId xmlns:a16="http://schemas.microsoft.com/office/drawing/2014/main" id="{D6ADE50F-FA38-87DE-393C-33C8386CF5AB}"/>
              </a:ext>
            </a:extLst>
          </p:cNvPr>
          <p:cNvPicPr>
            <a:picLocks noChangeAspect="1"/>
          </p:cNvPicPr>
          <p:nvPr/>
        </p:nvPicPr>
        <p:blipFill>
          <a:blip r:embed="rId4"/>
          <a:stretch>
            <a:fillRect/>
          </a:stretch>
        </p:blipFill>
        <p:spPr>
          <a:xfrm>
            <a:off x="10327962" y="37618"/>
            <a:ext cx="1038370" cy="1156184"/>
          </a:xfrm>
          <a:prstGeom prst="rect">
            <a:avLst/>
          </a:prstGeom>
        </p:spPr>
      </p:pic>
    </p:spTree>
    <p:extLst>
      <p:ext uri="{BB962C8B-B14F-4D97-AF65-F5344CB8AC3E}">
        <p14:creationId xmlns:p14="http://schemas.microsoft.com/office/powerpoint/2010/main" val="2352312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3FF540-36B2-0ECC-ADBA-3D4C100E7C80}"/>
              </a:ext>
            </a:extLst>
          </p:cNvPr>
          <p:cNvPicPr>
            <a:picLocks noChangeAspect="1"/>
          </p:cNvPicPr>
          <p:nvPr/>
        </p:nvPicPr>
        <p:blipFill>
          <a:blip r:embed="rId2"/>
          <a:stretch>
            <a:fillRect/>
          </a:stretch>
        </p:blipFill>
        <p:spPr>
          <a:xfrm>
            <a:off x="324091" y="182880"/>
            <a:ext cx="11470512" cy="6443003"/>
          </a:xfrm>
          <a:prstGeom prst="rect">
            <a:avLst/>
          </a:prstGeom>
        </p:spPr>
      </p:pic>
    </p:spTree>
    <p:extLst>
      <p:ext uri="{BB962C8B-B14F-4D97-AF65-F5344CB8AC3E}">
        <p14:creationId xmlns:p14="http://schemas.microsoft.com/office/powerpoint/2010/main" val="3312854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48680"/>
            <a:ext cx="8229600" cy="868958"/>
          </a:xfrm>
        </p:spPr>
        <p:txBody>
          <a:bodyPr/>
          <a:lstStyle/>
          <a:p>
            <a:r>
              <a:rPr lang="en-US" dirty="0"/>
              <a:t>Origin of the Concept</a:t>
            </a:r>
          </a:p>
        </p:txBody>
      </p:sp>
      <p:sp>
        <p:nvSpPr>
          <p:cNvPr id="3" name="Content Placeholder 2"/>
          <p:cNvSpPr>
            <a:spLocks noGrp="1"/>
          </p:cNvSpPr>
          <p:nvPr>
            <p:ph idx="1"/>
          </p:nvPr>
        </p:nvSpPr>
        <p:spPr>
          <a:xfrm>
            <a:off x="972273" y="1840374"/>
            <a:ext cx="10509813" cy="4676173"/>
          </a:xfrm>
        </p:spPr>
        <p:txBody>
          <a:bodyPr>
            <a:normAutofit/>
          </a:bodyPr>
          <a:lstStyle/>
          <a:p>
            <a:pPr algn="just">
              <a:lnSpc>
                <a:spcPct val="200000"/>
              </a:lnSpc>
            </a:pPr>
            <a:r>
              <a:rPr lang="en-US" cap="none" dirty="0">
                <a:latin typeface="Times New Roman" panose="02020603050405020304" pitchFamily="18" charset="0"/>
                <a:cs typeface="Times New Roman" panose="02020603050405020304" pitchFamily="18" charset="0"/>
              </a:rPr>
              <a:t>The first known mention of a mix has been attributed to a professor of marketing at Harvard University, prof. James Culliton. In 1948, Culliton published an article entitled, </a:t>
            </a:r>
            <a:r>
              <a:rPr lang="en-US" i="1" cap="none" dirty="0">
                <a:latin typeface="Times New Roman" panose="02020603050405020304" pitchFamily="18" charset="0"/>
                <a:cs typeface="Times New Roman" panose="02020603050405020304" pitchFamily="18" charset="0"/>
              </a:rPr>
              <a:t>the management of marketing costs</a:t>
            </a:r>
            <a:r>
              <a:rPr lang="en-US" i="1" cap="none" baseline="30000" dirty="0">
                <a:latin typeface="Times New Roman" panose="02020603050405020304" pitchFamily="18" charset="0"/>
                <a:cs typeface="Times New Roman" panose="02020603050405020304" pitchFamily="18" charset="0"/>
              </a:rPr>
              <a:t> </a:t>
            </a:r>
            <a:r>
              <a:rPr lang="en-US" cap="none" dirty="0">
                <a:latin typeface="Times New Roman" panose="02020603050405020304" pitchFamily="18" charset="0"/>
                <a:cs typeface="Times New Roman" panose="02020603050405020304" pitchFamily="18" charset="0"/>
              </a:rPr>
              <a:t>in which Culliton describes marketers as 'mixers of ingredients'.</a:t>
            </a:r>
          </a:p>
          <a:p>
            <a:pPr algn="just">
              <a:lnSpc>
                <a:spcPct val="200000"/>
              </a:lnSpc>
            </a:pPr>
            <a:r>
              <a:rPr lang="en-US" cap="none" dirty="0">
                <a:latin typeface="Times New Roman" panose="02020603050405020304" pitchFamily="18" charset="0"/>
                <a:cs typeface="Times New Roman" panose="02020603050405020304" pitchFamily="18" charset="0"/>
              </a:rPr>
              <a:t>Some years later, Culliton's colleague, Professor Neil Borden, published a retrospective article detailing the early history of the marketing mix in which he claims that he was inspired by Culliton's idea of 'mixers', and credits himself with popularizing the concept of the 'marketing mix'.</a:t>
            </a:r>
          </a:p>
        </p:txBody>
      </p:sp>
    </p:spTree>
    <p:extLst>
      <p:ext uri="{BB962C8B-B14F-4D97-AF65-F5344CB8AC3E}">
        <p14:creationId xmlns:p14="http://schemas.microsoft.com/office/powerpoint/2010/main" val="1822378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48680"/>
            <a:ext cx="8229600" cy="868958"/>
          </a:xfrm>
        </p:spPr>
        <p:txBody>
          <a:bodyPr/>
          <a:lstStyle/>
          <a:p>
            <a:r>
              <a:rPr lang="en-US" dirty="0"/>
              <a:t>Origin of the Concept</a:t>
            </a:r>
          </a:p>
        </p:txBody>
      </p:sp>
      <p:sp>
        <p:nvSpPr>
          <p:cNvPr id="3" name="Content Placeholder 2"/>
          <p:cNvSpPr>
            <a:spLocks noGrp="1"/>
          </p:cNvSpPr>
          <p:nvPr>
            <p:ph idx="1"/>
          </p:nvPr>
        </p:nvSpPr>
        <p:spPr>
          <a:xfrm>
            <a:off x="544011" y="1828799"/>
            <a:ext cx="11053822" cy="4919241"/>
          </a:xfrm>
        </p:spPr>
        <p:txBody>
          <a:bodyPr>
            <a:normAutofit/>
          </a:bodyPr>
          <a:lstStyle/>
          <a:p>
            <a:pPr algn="just">
              <a:lnSpc>
                <a:spcPct val="160000"/>
              </a:lnSpc>
            </a:pPr>
            <a:r>
              <a:rPr lang="en-US" sz="2400" cap="none" dirty="0">
                <a:latin typeface="Times New Roman" panose="02020603050405020304" pitchFamily="18" charset="0"/>
                <a:cs typeface="Times New Roman" panose="02020603050405020304" pitchFamily="18" charset="0"/>
              </a:rPr>
              <a:t>The 4 </a:t>
            </a:r>
            <a:r>
              <a:rPr lang="en-US" sz="2400" cap="none" dirty="0" err="1">
                <a:latin typeface="Times New Roman" panose="02020603050405020304" pitchFamily="18" charset="0"/>
                <a:cs typeface="Times New Roman" panose="02020603050405020304" pitchFamily="18" charset="0"/>
              </a:rPr>
              <a:t>ps</a:t>
            </a:r>
            <a:r>
              <a:rPr lang="en-US" sz="2400" cap="none" dirty="0">
                <a:latin typeface="Times New Roman" panose="02020603050405020304" pitchFamily="18" charset="0"/>
                <a:cs typeface="Times New Roman" panose="02020603050405020304" pitchFamily="18" charset="0"/>
              </a:rPr>
              <a:t>, in its modern form, was first proposed in 1960 by E. Jerome </a:t>
            </a:r>
            <a:r>
              <a:rPr lang="en-US" sz="2400" cap="none" dirty="0" err="1">
                <a:latin typeface="Times New Roman" panose="02020603050405020304" pitchFamily="18" charset="0"/>
                <a:cs typeface="Times New Roman" panose="02020603050405020304" pitchFamily="18" charset="0"/>
              </a:rPr>
              <a:t>Mccarthy</a:t>
            </a:r>
            <a:r>
              <a:rPr lang="en-US" sz="2400" cap="none" dirty="0">
                <a:latin typeface="Times New Roman" panose="02020603050405020304" pitchFamily="18" charset="0"/>
                <a:cs typeface="Times New Roman" panose="02020603050405020304" pitchFamily="18" charset="0"/>
              </a:rPr>
              <a:t> who presented them within a managerial approach that covered analysis, consumer behavior, market research, market segmentation, and planning.</a:t>
            </a:r>
          </a:p>
          <a:p>
            <a:pPr algn="just">
              <a:lnSpc>
                <a:spcPct val="160000"/>
              </a:lnSpc>
            </a:pPr>
            <a:r>
              <a:rPr lang="en-US" sz="2400" cap="none" dirty="0">
                <a:latin typeface="Times New Roman" panose="02020603050405020304" pitchFamily="18" charset="0"/>
                <a:cs typeface="Times New Roman" panose="02020603050405020304" pitchFamily="18" charset="0"/>
              </a:rPr>
              <a:t>Phillip Kotler, popularized this approach and helped spread the 4 </a:t>
            </a:r>
            <a:r>
              <a:rPr lang="en-US" sz="2400" cap="none" dirty="0" err="1">
                <a:latin typeface="Times New Roman" panose="02020603050405020304" pitchFamily="18" charset="0"/>
                <a:cs typeface="Times New Roman" panose="02020603050405020304" pitchFamily="18" charset="0"/>
              </a:rPr>
              <a:t>ps</a:t>
            </a:r>
            <a:r>
              <a:rPr lang="en-US" sz="2400" cap="none" dirty="0">
                <a:latin typeface="Times New Roman" panose="02020603050405020304" pitchFamily="18" charset="0"/>
                <a:cs typeface="Times New Roman" panose="02020603050405020304" pitchFamily="18" charset="0"/>
              </a:rPr>
              <a:t> model.</a:t>
            </a:r>
          </a:p>
          <a:p>
            <a:pPr algn="just">
              <a:lnSpc>
                <a:spcPct val="160000"/>
              </a:lnSpc>
            </a:pPr>
            <a:r>
              <a:rPr lang="en-US" sz="2400" cap="none" dirty="0">
                <a:latin typeface="Times New Roman" panose="02020603050405020304" pitchFamily="18" charset="0"/>
                <a:cs typeface="Times New Roman" panose="02020603050405020304" pitchFamily="18" charset="0"/>
              </a:rPr>
              <a:t>In 1981, Booms and Bitner proposed a model of 7 </a:t>
            </a:r>
            <a:r>
              <a:rPr lang="en-US" sz="2400" cap="none" dirty="0" err="1">
                <a:latin typeface="Times New Roman" panose="02020603050405020304" pitchFamily="18" charset="0"/>
                <a:cs typeface="Times New Roman" panose="02020603050405020304" pitchFamily="18" charset="0"/>
              </a:rPr>
              <a:t>ps</a:t>
            </a:r>
            <a:r>
              <a:rPr lang="en-US" sz="2400" cap="none" dirty="0">
                <a:latin typeface="Times New Roman" panose="02020603050405020304" pitchFamily="18" charset="0"/>
                <a:cs typeface="Times New Roman" panose="02020603050405020304" pitchFamily="18" charset="0"/>
              </a:rPr>
              <a:t>, comprising the original 4 </a:t>
            </a:r>
            <a:r>
              <a:rPr lang="en-US" sz="2400" cap="none" dirty="0" err="1">
                <a:latin typeface="Times New Roman" panose="02020603050405020304" pitchFamily="18" charset="0"/>
                <a:cs typeface="Times New Roman" panose="02020603050405020304" pitchFamily="18" charset="0"/>
              </a:rPr>
              <a:t>ps</a:t>
            </a:r>
            <a:r>
              <a:rPr lang="en-US" sz="2400" cap="none" dirty="0">
                <a:latin typeface="Times New Roman" panose="02020603050405020304" pitchFamily="18" charset="0"/>
                <a:cs typeface="Times New Roman" panose="02020603050405020304" pitchFamily="18" charset="0"/>
              </a:rPr>
              <a:t> extended by process, people and physical evidence, as being more applicable for services marketing.</a:t>
            </a:r>
          </a:p>
        </p:txBody>
      </p:sp>
    </p:spTree>
    <p:extLst>
      <p:ext uri="{BB962C8B-B14F-4D97-AF65-F5344CB8AC3E}">
        <p14:creationId xmlns:p14="http://schemas.microsoft.com/office/powerpoint/2010/main" val="3761982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4E8FD-801F-FC21-1126-C53F7F2A4180}"/>
              </a:ext>
            </a:extLst>
          </p:cNvPr>
          <p:cNvSpPr>
            <a:spLocks noGrp="1"/>
          </p:cNvSpPr>
          <p:nvPr>
            <p:ph type="title"/>
          </p:nvPr>
        </p:nvSpPr>
        <p:spPr/>
        <p:txBody>
          <a:bodyPr>
            <a:normAutofit fontScale="90000"/>
          </a:bodyPr>
          <a:lstStyle/>
          <a:p>
            <a:r>
              <a:rPr lang="en-US" cap="none" dirty="0">
                <a:latin typeface="Times New Roman" panose="02020603050405020304" pitchFamily="18" charset="0"/>
                <a:cs typeface="Times New Roman" panose="02020603050405020304" pitchFamily="18" charset="0"/>
              </a:rPr>
              <a:t>Activity: Prepare the marketing plan for any two products </a:t>
            </a:r>
            <a:endParaRPr lang="en-IN"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B13DED-EC2B-56ED-A6C4-9677BCA4BA1C}"/>
              </a:ext>
            </a:extLst>
          </p:cNvPr>
          <p:cNvSpPr>
            <a:spLocks noGrp="1"/>
          </p:cNvSpPr>
          <p:nvPr>
            <p:ph idx="1"/>
          </p:nvPr>
        </p:nvSpPr>
        <p:spPr/>
        <p:txBody>
          <a:bodyPr/>
          <a:lstStyle/>
          <a:p>
            <a:pPr marL="342900" indent="-342900">
              <a:buAutoNum type="arabicParenR"/>
            </a:pPr>
            <a:r>
              <a:rPr lang="en-US" dirty="0">
                <a:latin typeface="Times New Roman" panose="02020603050405020304" pitchFamily="18" charset="0"/>
                <a:cs typeface="Times New Roman" panose="02020603050405020304" pitchFamily="18" charset="0"/>
              </a:rPr>
              <a:t>Apple Products</a:t>
            </a:r>
          </a:p>
          <a:p>
            <a:pPr marL="342900" indent="-342900">
              <a:buAutoNum type="arabicParenR"/>
            </a:pPr>
            <a:r>
              <a:rPr lang="en-US" dirty="0">
                <a:latin typeface="Times New Roman" panose="02020603050405020304" pitchFamily="18" charset="0"/>
                <a:cs typeface="Times New Roman" panose="02020603050405020304" pitchFamily="18" charset="0"/>
              </a:rPr>
              <a:t>Insurance </a:t>
            </a:r>
          </a:p>
          <a:p>
            <a:pPr marL="342900" indent="-342900">
              <a:buAutoNum type="arabicParenR"/>
            </a:pPr>
            <a:r>
              <a:rPr lang="en-US" dirty="0">
                <a:latin typeface="Times New Roman" panose="02020603050405020304" pitchFamily="18" charset="0"/>
                <a:cs typeface="Times New Roman" panose="02020603050405020304" pitchFamily="18" charset="0"/>
              </a:rPr>
              <a:t>Real Estate</a:t>
            </a:r>
          </a:p>
          <a:p>
            <a:pPr marL="342900" indent="-342900">
              <a:buAutoNum type="arabicParenR"/>
            </a:pPr>
            <a:r>
              <a:rPr lang="en-US" dirty="0" err="1">
                <a:latin typeface="Times New Roman" panose="02020603050405020304" pitchFamily="18" charset="0"/>
                <a:cs typeface="Times New Roman" panose="02020603050405020304" pitchFamily="18" charset="0"/>
              </a:rPr>
              <a:t>D’mart</a:t>
            </a:r>
            <a:endParaRPr lang="en-US" dirty="0">
              <a:latin typeface="Times New Roman" panose="02020603050405020304" pitchFamily="18" charset="0"/>
              <a:cs typeface="Times New Roman" panose="02020603050405020304" pitchFamily="18" charset="0"/>
            </a:endParaRPr>
          </a:p>
          <a:p>
            <a:pPr marL="342900" indent="-342900">
              <a:buAutoNum type="arabicParenR" startAt="6"/>
            </a:pPr>
            <a:r>
              <a:rPr lang="en-US" dirty="0">
                <a:latin typeface="Times New Roman" panose="02020603050405020304" pitchFamily="18" charset="0"/>
                <a:cs typeface="Times New Roman" panose="02020603050405020304" pitchFamily="18" charset="0"/>
              </a:rPr>
              <a:t>Tourists and travel agency</a:t>
            </a:r>
          </a:p>
          <a:p>
            <a:pPr marL="342900" indent="-342900">
              <a:buAutoNum type="arabicParenR" startAt="6"/>
            </a:pPr>
            <a:r>
              <a:rPr lang="en-US" dirty="0">
                <a:latin typeface="Times New Roman" panose="02020603050405020304" pitchFamily="18" charset="0"/>
                <a:cs typeface="Times New Roman" panose="02020603050405020304" pitchFamily="18" charset="0"/>
              </a:rPr>
              <a:t>Electric EV Vehicles</a:t>
            </a:r>
          </a:p>
          <a:p>
            <a:pPr marL="342900" indent="-342900">
              <a:buAutoNum type="arabicParenR" startAt="6"/>
            </a:pPr>
            <a:r>
              <a:rPr lang="en-US" dirty="0">
                <a:latin typeface="Times New Roman" panose="02020603050405020304" pitchFamily="18" charset="0"/>
                <a:cs typeface="Times New Roman" panose="02020603050405020304" pitchFamily="18" charset="0"/>
              </a:rPr>
              <a:t>Mutual Funds</a:t>
            </a:r>
          </a:p>
          <a:p>
            <a:pPr marL="342900" indent="-342900">
              <a:buFont typeface="Arial" panose="020B0604020202020204" pitchFamily="34" charset="0"/>
              <a:buAutoNum type="arabicParenR" startAt="6"/>
            </a:pPr>
            <a:r>
              <a:rPr lang="en-US" dirty="0">
                <a:latin typeface="Times New Roman" panose="02020603050405020304" pitchFamily="18" charset="0"/>
                <a:cs typeface="Times New Roman" panose="02020603050405020304" pitchFamily="18" charset="0"/>
              </a:rPr>
              <a:t>Plastik Bucket</a:t>
            </a:r>
          </a:p>
          <a:p>
            <a:pPr marL="342900" indent="-342900">
              <a:buFont typeface="Arial" panose="020B0604020202020204" pitchFamily="34" charset="0"/>
              <a:buAutoNum type="arabicParenR" startAt="6"/>
            </a:pPr>
            <a:r>
              <a:rPr lang="en-US" dirty="0">
                <a:latin typeface="Times New Roman" panose="02020603050405020304" pitchFamily="18" charset="0"/>
                <a:cs typeface="Times New Roman" panose="02020603050405020304" pitchFamily="18" charset="0"/>
              </a:rPr>
              <a:t>Charity Donation</a:t>
            </a:r>
          </a:p>
          <a:p>
            <a:pPr marL="342900" indent="-342900">
              <a:buAutoNum type="arabicParenR" startAt="6"/>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8488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nvGraphicFramePr>
        <p:xfrm>
          <a:off x="1828800" y="228600"/>
          <a:ext cx="8534400" cy="624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8376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ompany Orientation towards Market Place"/>
          <p:cNvPicPr>
            <a:picLocks noChangeAspect="1" noChangeArrowheads="1"/>
          </p:cNvPicPr>
          <p:nvPr/>
        </p:nvPicPr>
        <p:blipFill>
          <a:blip r:embed="rId2"/>
          <a:srcRect t="28333" b="5000"/>
          <a:stretch>
            <a:fillRect/>
          </a:stretch>
        </p:blipFill>
        <p:spPr bwMode="auto">
          <a:xfrm>
            <a:off x="196771" y="185195"/>
            <a:ext cx="11690430" cy="6516547"/>
          </a:xfrm>
          <a:prstGeom prst="rect">
            <a:avLst/>
          </a:prstGeom>
          <a:noFill/>
        </p:spPr>
      </p:pic>
    </p:spTree>
    <p:extLst>
      <p:ext uri="{BB962C8B-B14F-4D97-AF65-F5344CB8AC3E}">
        <p14:creationId xmlns:p14="http://schemas.microsoft.com/office/powerpoint/2010/main" val="2131732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48680"/>
            <a:ext cx="8229600" cy="868958"/>
          </a:xfrm>
        </p:spPr>
        <p:txBody>
          <a:bodyPr/>
          <a:lstStyle/>
          <a:p>
            <a:r>
              <a:rPr lang="en-US" dirty="0"/>
              <a:t>Societal Marketing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3945739"/>
              </p:ext>
            </p:extLst>
          </p:nvPr>
        </p:nvGraphicFramePr>
        <p:xfrm>
          <a:off x="1790700" y="1943100"/>
          <a:ext cx="8839200" cy="1752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1905000" y="4038600"/>
            <a:ext cx="8610600" cy="1938992"/>
          </a:xfrm>
          <a:prstGeom prst="rect">
            <a:avLst/>
          </a:prstGeom>
        </p:spPr>
        <p:txBody>
          <a:bodyPr wrap="square">
            <a:spAutoFit/>
          </a:bodyPr>
          <a:lstStyle/>
          <a:p>
            <a:pPr>
              <a:lnSpc>
                <a:spcPct val="150000"/>
              </a:lnSpc>
              <a:buFont typeface="Arial" pitchFamily="34" charset="0"/>
              <a:buChar char="•"/>
            </a:pPr>
            <a:r>
              <a:rPr lang="en-US" sz="2000" dirty="0"/>
              <a:t>Build social and ethical considerations into marketing practices.</a:t>
            </a:r>
          </a:p>
          <a:p>
            <a:pPr>
              <a:lnSpc>
                <a:spcPct val="150000"/>
              </a:lnSpc>
              <a:buFont typeface="Arial" pitchFamily="34" charset="0"/>
              <a:buChar char="•"/>
            </a:pPr>
            <a:r>
              <a:rPr lang="en-US" sz="2000" dirty="0"/>
              <a:t>Determine the needs, wants, and interests of target markets and  deliver the desired satisfactions more effectively and efficiently than competitors in a way that preserves or enhances the consumer’s and the society’s well-being.</a:t>
            </a:r>
          </a:p>
        </p:txBody>
      </p:sp>
    </p:spTree>
    <p:extLst>
      <p:ext uri="{BB962C8B-B14F-4D97-AF65-F5344CB8AC3E}">
        <p14:creationId xmlns:p14="http://schemas.microsoft.com/office/powerpoint/2010/main" val="2573288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957" t="3700" r="15934" b="5165"/>
          <a:stretch/>
        </p:blipFill>
        <p:spPr bwMode="auto">
          <a:xfrm>
            <a:off x="1919536" y="908720"/>
            <a:ext cx="8496944" cy="5263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9837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BD5AE-8786-E439-3A75-395D017769BC}"/>
              </a:ext>
            </a:extLst>
          </p:cNvPr>
          <p:cNvSpPr>
            <a:spLocks noGrp="1"/>
          </p:cNvSpPr>
          <p:nvPr>
            <p:ph type="title"/>
          </p:nvPr>
        </p:nvSpPr>
        <p:spPr>
          <a:xfrm>
            <a:off x="1143379" y="322888"/>
            <a:ext cx="8761413" cy="728480"/>
          </a:xfrm>
        </p:spPr>
        <p:txBody>
          <a:bodyPr>
            <a:normAutofit fontScale="90000"/>
          </a:bodyPr>
          <a:lstStyle/>
          <a:p>
            <a:r>
              <a:rPr lang="en-IN" b="1" dirty="0">
                <a:latin typeface="Times New Roman" panose="02020603050405020304" pitchFamily="18" charset="0"/>
                <a:cs typeface="Times New Roman" panose="02020603050405020304" pitchFamily="18" charset="0"/>
              </a:rPr>
              <a:t>The Marketing Environment</a:t>
            </a:r>
            <a:endParaRPr lang="en-IN" dirty="0">
              <a:latin typeface="Times New Roman" panose="02020603050405020304" pitchFamily="18" charset="0"/>
              <a:cs typeface="Times New Roman" panose="02020603050405020304" pitchFamily="18" charset="0"/>
            </a:endParaRPr>
          </a:p>
        </p:txBody>
      </p:sp>
      <p:pic>
        <p:nvPicPr>
          <p:cNvPr id="4" name="Picture 2" descr="Image result for components of marketing environment">
            <a:extLst>
              <a:ext uri="{FF2B5EF4-FFF2-40B4-BE49-F238E27FC236}">
                <a16:creationId xmlns:a16="http://schemas.microsoft.com/office/drawing/2014/main" id="{E5D6BA6A-D1E0-E40A-7DCA-ED117B488C13}"/>
              </a:ext>
            </a:extLst>
          </p:cNvPr>
          <p:cNvPicPr>
            <a:picLocks noGrp="1" noChangeAspect="1" noChangeArrowheads="1"/>
          </p:cNvPicPr>
          <p:nvPr>
            <p:ph idx="1"/>
          </p:nvPr>
        </p:nvPicPr>
        <p:blipFill>
          <a:blip r:embed="rId2" cstate="print"/>
          <a:stretch>
            <a:fillRect/>
          </a:stretch>
        </p:blipFill>
        <p:spPr bwMode="auto">
          <a:xfrm>
            <a:off x="717631" y="1051368"/>
            <a:ext cx="10822328" cy="5650374"/>
          </a:xfrm>
          <a:prstGeom prst="rect">
            <a:avLst/>
          </a:prstGeom>
          <a:noFill/>
        </p:spPr>
      </p:pic>
    </p:spTree>
    <p:extLst>
      <p:ext uri="{BB962C8B-B14F-4D97-AF65-F5344CB8AC3E}">
        <p14:creationId xmlns:p14="http://schemas.microsoft.com/office/powerpoint/2010/main" val="489522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46558"/>
            <a:ext cx="8229600" cy="868958"/>
          </a:xfrm>
        </p:spPr>
        <p:txBody>
          <a:bodyPr>
            <a:normAutofit fontScale="90000"/>
          </a:bodyPr>
          <a:lstStyle/>
          <a:p>
            <a:pPr algn="ctr"/>
            <a:r>
              <a:rPr lang="en-US" sz="3600" b="1" dirty="0">
                <a:solidFill>
                  <a:srgbClr val="D6672A"/>
                </a:solidFill>
              </a:rPr>
              <a:t>Need of marketing Environment</a:t>
            </a:r>
          </a:p>
        </p:txBody>
      </p:sp>
      <p:sp>
        <p:nvSpPr>
          <p:cNvPr id="3" name="Content Placeholder 2"/>
          <p:cNvSpPr>
            <a:spLocks noGrp="1"/>
          </p:cNvSpPr>
          <p:nvPr>
            <p:ph idx="1"/>
          </p:nvPr>
        </p:nvSpPr>
        <p:spPr/>
        <p:txBody>
          <a:bodyPr/>
          <a:lstStyle/>
          <a:p>
            <a:endParaRPr lang="en-US" dirty="0"/>
          </a:p>
        </p:txBody>
      </p:sp>
      <p:pic>
        <p:nvPicPr>
          <p:cNvPr id="49154" name="Picture 2" descr="Image result for need of marketing environment"/>
          <p:cNvPicPr>
            <a:picLocks noChangeAspect="1" noChangeArrowheads="1"/>
          </p:cNvPicPr>
          <p:nvPr/>
        </p:nvPicPr>
        <p:blipFill>
          <a:blip r:embed="rId2" cstate="print"/>
          <a:srcRect t="18889"/>
          <a:stretch>
            <a:fillRect/>
          </a:stretch>
        </p:blipFill>
        <p:spPr bwMode="auto">
          <a:xfrm>
            <a:off x="717629" y="1186163"/>
            <a:ext cx="10984375" cy="5082558"/>
          </a:xfrm>
          <a:prstGeom prst="rect">
            <a:avLst/>
          </a:prstGeom>
          <a:noFill/>
        </p:spPr>
      </p:pic>
    </p:spTree>
    <p:extLst>
      <p:ext uri="{BB962C8B-B14F-4D97-AF65-F5344CB8AC3E}">
        <p14:creationId xmlns:p14="http://schemas.microsoft.com/office/powerpoint/2010/main" val="2498978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4237" y="99218"/>
            <a:ext cx="9225023" cy="609600"/>
          </a:xfrm>
        </p:spPr>
        <p:txBody>
          <a:bodyPr>
            <a:noAutofit/>
          </a:bodyPr>
          <a:lstStyle/>
          <a:p>
            <a:r>
              <a:rPr lang="en-US" sz="2800" b="1" dirty="0">
                <a:solidFill>
                  <a:srgbClr val="D6672A"/>
                </a:solidFill>
              </a:rPr>
              <a:t>Trends in macro and microenvironment</a:t>
            </a:r>
          </a:p>
        </p:txBody>
      </p:sp>
      <p:sp>
        <p:nvSpPr>
          <p:cNvPr id="3" name="Content Placeholder 2"/>
          <p:cNvSpPr>
            <a:spLocks noGrp="1"/>
          </p:cNvSpPr>
          <p:nvPr>
            <p:ph idx="1"/>
          </p:nvPr>
        </p:nvSpPr>
        <p:spPr>
          <a:xfrm>
            <a:off x="2286000" y="1447800"/>
            <a:ext cx="7772400" cy="4572000"/>
          </a:xfrm>
        </p:spPr>
        <p:txBody>
          <a:bodyPr/>
          <a:lstStyle/>
          <a:p>
            <a:endParaRPr lang="en-US" dirty="0"/>
          </a:p>
        </p:txBody>
      </p:sp>
      <p:pic>
        <p:nvPicPr>
          <p:cNvPr id="50178" name="Picture 2" descr="Image result for needs and trends in macro and micro environment"/>
          <p:cNvPicPr>
            <a:picLocks noChangeAspect="1" noChangeArrowheads="1"/>
          </p:cNvPicPr>
          <p:nvPr/>
        </p:nvPicPr>
        <p:blipFill>
          <a:blip r:embed="rId2" cstate="print"/>
          <a:srcRect b="6811"/>
          <a:stretch>
            <a:fillRect/>
          </a:stretch>
        </p:blipFill>
        <p:spPr bwMode="auto">
          <a:xfrm>
            <a:off x="911506" y="838201"/>
            <a:ext cx="10521387" cy="5920582"/>
          </a:xfrm>
          <a:prstGeom prst="rect">
            <a:avLst/>
          </a:prstGeom>
          <a:noFill/>
        </p:spPr>
      </p:pic>
    </p:spTree>
    <p:extLst>
      <p:ext uri="{BB962C8B-B14F-4D97-AF65-F5344CB8AC3E}">
        <p14:creationId xmlns:p14="http://schemas.microsoft.com/office/powerpoint/2010/main" val="1351620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24ED6-6B03-B341-8CF8-B2C79CAB96F1}"/>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 Introduction to Marketing Analytics (Basic)</a:t>
            </a:r>
            <a:endParaRPr lang="en-IN" sz="2800" dirty="0"/>
          </a:p>
        </p:txBody>
      </p:sp>
      <p:sp>
        <p:nvSpPr>
          <p:cNvPr id="3" name="Content Placeholder 2">
            <a:extLst>
              <a:ext uri="{FF2B5EF4-FFF2-40B4-BE49-F238E27FC236}">
                <a16:creationId xmlns:a16="http://schemas.microsoft.com/office/drawing/2014/main" id="{C3C068CE-ADF2-68D3-9A07-0DAFFA69ACE8}"/>
              </a:ext>
            </a:extLst>
          </p:cNvPr>
          <p:cNvSpPr>
            <a:spLocks noGrp="1"/>
          </p:cNvSpPr>
          <p:nvPr>
            <p:ph idx="1"/>
          </p:nvPr>
        </p:nvSpPr>
        <p:spPr>
          <a:xfrm>
            <a:off x="838200" y="2187615"/>
            <a:ext cx="10515600" cy="3988655"/>
          </a:xfrm>
        </p:spPr>
        <p:txBody>
          <a:bodyPr/>
          <a:lstStyle/>
          <a:p>
            <a:pPr marL="0" indent="0" algn="just">
              <a:lnSpc>
                <a:spcPct val="200000"/>
              </a:lnSpc>
              <a:buNone/>
            </a:pPr>
            <a:r>
              <a:rPr lang="en-IN" dirty="0">
                <a:latin typeface="Times New Roman" panose="02020603050405020304" pitchFamily="18" charset="0"/>
                <a:cs typeface="Times New Roman" panose="02020603050405020304" pitchFamily="18" charset="0"/>
              </a:rPr>
              <a:t>Data removes guesswork from business strategy by turning raw insights into profitable actions. Instead of relying on intuition, managers use data to </a:t>
            </a:r>
            <a:r>
              <a:rPr lang="en-IN" b="1" dirty="0">
                <a:latin typeface="Times New Roman" panose="02020603050405020304" pitchFamily="18" charset="0"/>
                <a:cs typeface="Times New Roman" panose="02020603050405020304" pitchFamily="18" charset="0"/>
              </a:rPr>
              <a:t>justify spending, minimize risk, and maximize campaign returns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496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1789-BD33-38AB-8D2C-4016D4D04B50}"/>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 Introduction to Marketing Analytics (Basic)</a:t>
            </a:r>
            <a:endParaRPr lang="en-IN" sz="2800" dirty="0"/>
          </a:p>
        </p:txBody>
      </p:sp>
      <p:sp>
        <p:nvSpPr>
          <p:cNvPr id="3" name="Content Placeholder 2">
            <a:extLst>
              <a:ext uri="{FF2B5EF4-FFF2-40B4-BE49-F238E27FC236}">
                <a16:creationId xmlns:a16="http://schemas.microsoft.com/office/drawing/2014/main" id="{B55FD91E-6913-5A44-5830-0E213766BD41}"/>
              </a:ext>
            </a:extLst>
          </p:cNvPr>
          <p:cNvSpPr>
            <a:spLocks noGrp="1"/>
          </p:cNvSpPr>
          <p:nvPr>
            <p:ph idx="1"/>
          </p:nvPr>
        </p:nvSpPr>
        <p:spPr>
          <a:xfrm>
            <a:off x="544009" y="2061469"/>
            <a:ext cx="10891777" cy="4408779"/>
          </a:xfrm>
        </p:spPr>
        <p:txBody>
          <a:bodyPr>
            <a:normAutofit/>
          </a:bodyPr>
          <a:lstStyle/>
          <a:p>
            <a:pPr>
              <a:lnSpc>
                <a:spcPct val="200000"/>
              </a:lnSpc>
            </a:pPr>
            <a:r>
              <a:rPr lang="en-IN" b="1" dirty="0"/>
              <a:t>Product Pricing</a:t>
            </a:r>
            <a:r>
              <a:rPr lang="en-IN" dirty="0"/>
              <a:t>: Dynamic algorithms adjust prices based on real-time competitor rates and buyer demand.</a:t>
            </a:r>
          </a:p>
          <a:p>
            <a:pPr>
              <a:lnSpc>
                <a:spcPct val="200000"/>
              </a:lnSpc>
            </a:pPr>
            <a:r>
              <a:rPr lang="en-IN" b="1" dirty="0"/>
              <a:t>Channel Selection</a:t>
            </a:r>
            <a:r>
              <a:rPr lang="en-IN" dirty="0"/>
              <a:t>: Attribution models reveal exactly which platforms (e.g., search ads, email) drive actual sales.</a:t>
            </a:r>
          </a:p>
          <a:p>
            <a:pPr>
              <a:lnSpc>
                <a:spcPct val="200000"/>
              </a:lnSpc>
            </a:pPr>
            <a:r>
              <a:rPr lang="en-IN" b="1" dirty="0"/>
              <a:t>Content Strategy</a:t>
            </a:r>
            <a:r>
              <a:rPr lang="en-IN" dirty="0"/>
              <a:t>: Engagement metrics dictate what blog topics, video styles, or ad creatives to build next.</a:t>
            </a:r>
          </a:p>
          <a:p>
            <a:pPr>
              <a:lnSpc>
                <a:spcPct val="200000"/>
              </a:lnSpc>
            </a:pPr>
            <a:r>
              <a:rPr lang="en-IN" b="1" dirty="0"/>
              <a:t>Geographic Expansion</a:t>
            </a:r>
            <a:r>
              <a:rPr lang="en-IN" dirty="0"/>
              <a:t>: Search trends and demographic data pinpoint the best cities or countries for new launches.</a:t>
            </a:r>
          </a:p>
          <a:p>
            <a:pPr>
              <a:lnSpc>
                <a:spcPct val="200000"/>
              </a:lnSpc>
            </a:pPr>
            <a:r>
              <a:rPr lang="en-IN" b="1" dirty="0"/>
              <a:t>Customer Retention</a:t>
            </a:r>
            <a:r>
              <a:rPr lang="en-IN" dirty="0"/>
              <a:t>: Churn-prediction models identify unhappy users so teams can offer discounts before they leave.</a:t>
            </a:r>
          </a:p>
        </p:txBody>
      </p:sp>
    </p:spTree>
    <p:extLst>
      <p:ext uri="{BB962C8B-B14F-4D97-AF65-F5344CB8AC3E}">
        <p14:creationId xmlns:p14="http://schemas.microsoft.com/office/powerpoint/2010/main" val="2806052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BF147-A627-7849-CF15-3DF6DD641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0E17A-78E7-DF29-D10D-F2AC0E4D52C8}"/>
              </a:ext>
            </a:extLst>
          </p:cNvPr>
          <p:cNvSpPr>
            <a:spLocks noGrp="1"/>
          </p:cNvSpPr>
          <p:nvPr>
            <p:ph type="title"/>
          </p:nvPr>
        </p:nvSpPr>
        <p:spPr/>
        <p:txBody>
          <a:bodyPr>
            <a:noAutofit/>
          </a:bodyPr>
          <a:lstStyle/>
          <a:p>
            <a:r>
              <a:rPr lang="en-US" sz="3200" b="1" dirty="0">
                <a:latin typeface="Times New Roman" panose="02020603050405020304" pitchFamily="18" charset="0"/>
                <a:cs typeface="Times New Roman" panose="02020603050405020304" pitchFamily="18" charset="0"/>
              </a:rPr>
              <a:t>Overview of Market Research Process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DA2D55-93F0-7E85-2E2A-D4BACB9BC89B}"/>
              </a:ext>
            </a:extLst>
          </p:cNvPr>
          <p:cNvSpPr>
            <a:spLocks noGrp="1"/>
          </p:cNvSpPr>
          <p:nvPr>
            <p:ph idx="1"/>
          </p:nvPr>
        </p:nvSpPr>
        <p:spPr>
          <a:xfrm>
            <a:off x="185195" y="1559669"/>
            <a:ext cx="11505235" cy="5061050"/>
          </a:xfrm>
        </p:spPr>
        <p:txBody>
          <a:bodyPr>
            <a:normAutofit/>
          </a:bodyPr>
          <a:lstStyle/>
          <a:p>
            <a:pPr marL="0" indent="0" algn="just">
              <a:lnSpc>
                <a:spcPct val="170000"/>
              </a:lnSpc>
              <a:buNone/>
            </a:pPr>
            <a:r>
              <a:rPr lang="en-IN" sz="4400" b="1" dirty="0">
                <a:latin typeface="Times New Roman" panose="02020603050405020304" pitchFamily="18" charset="0"/>
                <a:cs typeface="Times New Roman" panose="02020603050405020304" pitchFamily="18" charset="0"/>
              </a:rPr>
              <a:t>Market Research steps.</a:t>
            </a:r>
          </a:p>
          <a:p>
            <a:pPr marL="0" lvl="0" indent="0" algn="just" eaLnBrk="0" fontAlgn="base" hangingPunct="0">
              <a:lnSpc>
                <a:spcPct val="200000"/>
              </a:lnSpc>
              <a:spcBef>
                <a:spcPct val="0"/>
              </a:spcBef>
              <a:spcAft>
                <a:spcPct val="0"/>
              </a:spcAft>
              <a:buFontTx/>
              <a:buChar char="•"/>
            </a:pPr>
            <a:r>
              <a:rPr lang="en-US" altLang="en-US" b="1" cap="none" dirty="0">
                <a:latin typeface="Times New Roman" panose="02020603050405020304" pitchFamily="18" charset="0"/>
                <a:cs typeface="Times New Roman" panose="02020603050405020304" pitchFamily="18" charset="0"/>
              </a:rPr>
              <a:t>Define The Problem And Objective</a:t>
            </a:r>
            <a:r>
              <a:rPr lang="en-US" altLang="en-US" dirty="0">
                <a:latin typeface="Times New Roman" panose="02020603050405020304" pitchFamily="18" charset="0"/>
                <a:cs typeface="Times New Roman" panose="02020603050405020304" pitchFamily="18" charset="0"/>
              </a:rPr>
              <a:t>: </a:t>
            </a:r>
            <a:r>
              <a:rPr lang="en-US" altLang="en-US" cap="none" dirty="0">
                <a:latin typeface="Times New Roman" panose="02020603050405020304" pitchFamily="18" charset="0"/>
                <a:cs typeface="Times New Roman" panose="02020603050405020304" pitchFamily="18" charset="0"/>
              </a:rPr>
              <a:t>Establish a clear, specific research goal (</a:t>
            </a:r>
            <a:r>
              <a:rPr lang="en-US" altLang="en-US" cap="none" dirty="0" err="1">
                <a:latin typeface="Times New Roman" panose="02020603050405020304" pitchFamily="18" charset="0"/>
                <a:cs typeface="Times New Roman" panose="02020603050405020304" pitchFamily="18" charset="0"/>
              </a:rPr>
              <a:t>Eg.</a:t>
            </a:r>
            <a:r>
              <a:rPr lang="en-US" altLang="en-US" cap="none" dirty="0">
                <a:latin typeface="Times New Roman" panose="02020603050405020304" pitchFamily="18" charset="0"/>
                <a:cs typeface="Times New Roman" panose="02020603050405020304" pitchFamily="18" charset="0"/>
              </a:rPr>
              <a:t>, "Why are sales dropping in the Midwest?" Or "is there demand for a premium dog food?").</a:t>
            </a:r>
          </a:p>
          <a:p>
            <a:pPr marL="0" lvl="0" indent="0" algn="just" eaLnBrk="0" fontAlgn="base" hangingPunct="0">
              <a:lnSpc>
                <a:spcPct val="200000"/>
              </a:lnSpc>
              <a:spcBef>
                <a:spcPct val="0"/>
              </a:spcBef>
              <a:spcAft>
                <a:spcPct val="0"/>
              </a:spcAft>
              <a:buFontTx/>
              <a:buChar char="•"/>
            </a:pPr>
            <a:r>
              <a:rPr lang="en-US" altLang="en-US" b="1" cap="none" dirty="0">
                <a:latin typeface="Times New Roman" panose="02020603050405020304" pitchFamily="18" charset="0"/>
                <a:cs typeface="Times New Roman" panose="02020603050405020304" pitchFamily="18" charset="0"/>
              </a:rPr>
              <a:t>Develop The Research Plan</a:t>
            </a:r>
            <a:r>
              <a:rPr lang="en-US" altLang="en-US" dirty="0">
                <a:latin typeface="Times New Roman" panose="02020603050405020304" pitchFamily="18" charset="0"/>
                <a:cs typeface="Times New Roman" panose="02020603050405020304" pitchFamily="18" charset="0"/>
              </a:rPr>
              <a:t>: </a:t>
            </a:r>
            <a:r>
              <a:rPr lang="en-US" altLang="en-US" cap="none" dirty="0">
                <a:latin typeface="Times New Roman" panose="02020603050405020304" pitchFamily="18" charset="0"/>
                <a:cs typeface="Times New Roman" panose="02020603050405020304" pitchFamily="18" charset="0"/>
              </a:rPr>
              <a:t>Determine your data sources, budget, and methodology. Decide whether you need primary data (newly collected information) or secondary data (existing industry reports).</a:t>
            </a:r>
            <a:endParaRPr lang="en-US" altLang="en-US" dirty="0">
              <a:latin typeface="Times New Roman" panose="02020603050405020304" pitchFamily="18" charset="0"/>
              <a:cs typeface="Times New Roman" panose="02020603050405020304" pitchFamily="18" charset="0"/>
            </a:endParaRPr>
          </a:p>
          <a:p>
            <a:pPr marL="0" lvl="0" indent="0" algn="just" eaLnBrk="0" fontAlgn="base" hangingPunct="0">
              <a:lnSpc>
                <a:spcPct val="200000"/>
              </a:lnSpc>
              <a:spcBef>
                <a:spcPct val="0"/>
              </a:spcBef>
              <a:spcAft>
                <a:spcPct val="0"/>
              </a:spcAft>
              <a:buFontTx/>
              <a:buChar char="•"/>
            </a:pPr>
            <a:r>
              <a:rPr lang="en-US" altLang="en-US" b="1" cap="none" dirty="0">
                <a:latin typeface="Times New Roman" panose="02020603050405020304" pitchFamily="18" charset="0"/>
                <a:cs typeface="Times New Roman" panose="02020603050405020304" pitchFamily="18" charset="0"/>
              </a:rPr>
              <a:t>Collect The Information</a:t>
            </a:r>
            <a:r>
              <a:rPr lang="en-US" altLang="en-US" dirty="0">
                <a:latin typeface="Times New Roman" panose="02020603050405020304" pitchFamily="18" charset="0"/>
                <a:cs typeface="Times New Roman" panose="02020603050405020304" pitchFamily="18" charset="0"/>
              </a:rPr>
              <a:t>: </a:t>
            </a:r>
            <a:r>
              <a:rPr lang="en-US" altLang="en-US" cap="none" dirty="0">
                <a:latin typeface="Times New Roman" panose="02020603050405020304" pitchFamily="18" charset="0"/>
                <a:cs typeface="Times New Roman" panose="02020603050405020304" pitchFamily="18" charset="0"/>
              </a:rPr>
              <a:t>Gather Data Through Secondary Sources (Government Data, Industry Journals) Or Primary Methods (Surveys, Focus Groups, Customer Interviews, Observational Studies).</a:t>
            </a:r>
            <a:endParaRPr lang="en-IN" dirty="0">
              <a:latin typeface="Times New Roman" panose="02020603050405020304" pitchFamily="18" charset="0"/>
              <a:cs typeface="Times New Roman" panose="02020603050405020304" pitchFamily="18" charset="0"/>
            </a:endParaRPr>
          </a:p>
          <a:p>
            <a:pPr marL="0" indent="0" algn="just">
              <a:lnSpc>
                <a:spcPct val="20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0686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EF0B9-A8CD-5467-3D08-123155EC3ED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15E70B5-2C52-8B44-E51F-B7B352CE44BF}"/>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Overview of Market Research Process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51BA4A-200C-B9D3-3750-50B9F15DBCF3}"/>
              </a:ext>
            </a:extLst>
          </p:cNvPr>
          <p:cNvSpPr>
            <a:spLocks noGrp="1"/>
          </p:cNvSpPr>
          <p:nvPr>
            <p:ph idx="1"/>
          </p:nvPr>
        </p:nvSpPr>
        <p:spPr>
          <a:xfrm>
            <a:off x="185195" y="1559669"/>
            <a:ext cx="11505235" cy="5061050"/>
          </a:xfrm>
        </p:spPr>
        <p:txBody>
          <a:bodyPr>
            <a:normAutofit/>
          </a:bodyPr>
          <a:lstStyle/>
          <a:p>
            <a:pPr marL="0" indent="0" algn="just">
              <a:lnSpc>
                <a:spcPct val="170000"/>
              </a:lnSpc>
              <a:buNone/>
            </a:pPr>
            <a:r>
              <a:rPr lang="en-IN" sz="4400" b="1" dirty="0">
                <a:latin typeface="Times New Roman" panose="02020603050405020304" pitchFamily="18" charset="0"/>
                <a:cs typeface="Times New Roman" panose="02020603050405020304" pitchFamily="18" charset="0"/>
              </a:rPr>
              <a:t>Market Research steps.</a:t>
            </a:r>
          </a:p>
          <a:p>
            <a:pPr marL="0" lvl="0" indent="0" algn="just" eaLnBrk="0" fontAlgn="base" hangingPunct="0">
              <a:lnSpc>
                <a:spcPct val="170000"/>
              </a:lnSpc>
              <a:spcBef>
                <a:spcPct val="0"/>
              </a:spcBef>
              <a:spcAft>
                <a:spcPct val="0"/>
              </a:spcAft>
              <a:buFontTx/>
              <a:buChar char="•"/>
            </a:pPr>
            <a:r>
              <a:rPr lang="en-US" altLang="en-US" b="1" cap="none" dirty="0">
                <a:latin typeface="Times New Roman" panose="02020603050405020304" pitchFamily="18" charset="0"/>
                <a:cs typeface="Times New Roman" panose="02020603050405020304" pitchFamily="18" charset="0"/>
              </a:rPr>
              <a:t>Analyze The Data</a:t>
            </a:r>
            <a:r>
              <a:rPr lang="en-US" altLang="en-US" dirty="0">
                <a:latin typeface="Times New Roman" panose="02020603050405020304" pitchFamily="18" charset="0"/>
                <a:cs typeface="Times New Roman" panose="02020603050405020304" pitchFamily="18" charset="0"/>
              </a:rPr>
              <a:t>: </a:t>
            </a:r>
            <a:r>
              <a:rPr lang="en-US" altLang="en-US" cap="none" dirty="0">
                <a:latin typeface="Times New Roman" panose="02020603050405020304" pitchFamily="18" charset="0"/>
                <a:cs typeface="Times New Roman" panose="02020603050405020304" pitchFamily="18" charset="0"/>
              </a:rPr>
              <a:t>Clean the collected data and look for patterns, trends, and statistical significance using analytics tools or qualitative thematic coding.</a:t>
            </a:r>
          </a:p>
          <a:p>
            <a:pPr marL="0" lvl="0" indent="0" algn="just" eaLnBrk="0" fontAlgn="base" hangingPunct="0">
              <a:lnSpc>
                <a:spcPct val="170000"/>
              </a:lnSpc>
              <a:spcBef>
                <a:spcPct val="0"/>
              </a:spcBef>
              <a:spcAft>
                <a:spcPct val="0"/>
              </a:spcAft>
              <a:buFontTx/>
              <a:buChar char="•"/>
            </a:pPr>
            <a:r>
              <a:rPr lang="en-US" altLang="en-US" b="1" cap="none" dirty="0">
                <a:latin typeface="Times New Roman" panose="02020603050405020304" pitchFamily="18" charset="0"/>
                <a:cs typeface="Times New Roman" panose="02020603050405020304" pitchFamily="18" charset="0"/>
              </a:rPr>
              <a:t>Interpret And Report Findings</a:t>
            </a:r>
            <a:r>
              <a:rPr lang="en-US" altLang="en-US" dirty="0">
                <a:latin typeface="Times New Roman" panose="02020603050405020304" pitchFamily="18" charset="0"/>
                <a:cs typeface="Times New Roman" panose="02020603050405020304" pitchFamily="18" charset="0"/>
              </a:rPr>
              <a:t>: </a:t>
            </a:r>
            <a:r>
              <a:rPr lang="en-US" altLang="en-US" cap="none" dirty="0">
                <a:latin typeface="Times New Roman" panose="02020603050405020304" pitchFamily="18" charset="0"/>
                <a:cs typeface="Times New Roman" panose="02020603050405020304" pitchFamily="18" charset="0"/>
              </a:rPr>
              <a:t>Translate complex data into actionable business insights. Create visual reports, charts, and executive summaries for decision-makers.</a:t>
            </a:r>
          </a:p>
          <a:p>
            <a:pPr marL="0" lvl="0" indent="0" algn="just" eaLnBrk="0" fontAlgn="base" hangingPunct="0">
              <a:lnSpc>
                <a:spcPct val="170000"/>
              </a:lnSpc>
              <a:spcBef>
                <a:spcPct val="0"/>
              </a:spcBef>
              <a:spcAft>
                <a:spcPct val="0"/>
              </a:spcAft>
              <a:buFontTx/>
              <a:buChar char="•"/>
            </a:pPr>
            <a:r>
              <a:rPr lang="en-US" altLang="en-US" b="1" cap="none" dirty="0">
                <a:latin typeface="Times New Roman" panose="02020603050405020304" pitchFamily="18" charset="0"/>
                <a:cs typeface="Times New Roman" panose="02020603050405020304" pitchFamily="18" charset="0"/>
              </a:rPr>
              <a:t>Make The Strategic Decision</a:t>
            </a:r>
            <a:r>
              <a:rPr lang="en-US" altLang="en-US" dirty="0">
                <a:latin typeface="Times New Roman" panose="02020603050405020304" pitchFamily="18" charset="0"/>
                <a:cs typeface="Times New Roman" panose="02020603050405020304" pitchFamily="18" charset="0"/>
              </a:rPr>
              <a:t>: </a:t>
            </a:r>
            <a:r>
              <a:rPr lang="en-US" altLang="en-US" cap="none" dirty="0">
                <a:latin typeface="Times New Roman" panose="02020603050405020304" pitchFamily="18" charset="0"/>
                <a:cs typeface="Times New Roman" panose="02020603050405020304" pitchFamily="18" charset="0"/>
              </a:rPr>
              <a:t>Implement the findings to launch the product, adjust pricing, refine targeting, or pivot your marketing campaign strategy.</a:t>
            </a:r>
            <a:r>
              <a:rPr lang="en-US" altLang="en-US" sz="1800" cap="none" dirty="0">
                <a:latin typeface="Times New Roman" panose="02020603050405020304" pitchFamily="18" charset="0"/>
                <a:cs typeface="Times New Roman" panose="02020603050405020304" pitchFamily="18" charset="0"/>
              </a:rPr>
              <a:t> </a:t>
            </a:r>
            <a:endParaRPr lang="en-US" altLang="en-US" sz="4000" cap="none" dirty="0">
              <a:latin typeface="Times New Roman" panose="02020603050405020304" pitchFamily="18" charset="0"/>
              <a:cs typeface="Times New Roman" panose="02020603050405020304" pitchFamily="18" charset="0"/>
            </a:endParaRPr>
          </a:p>
          <a:p>
            <a:pPr marL="0" indent="0" algn="just">
              <a:lnSpc>
                <a:spcPct val="200000"/>
              </a:lnSpc>
              <a:buNone/>
            </a:pPr>
            <a:endParaRPr lang="en-IN" dirty="0">
              <a:latin typeface="Times New Roman" panose="02020603050405020304" pitchFamily="18" charset="0"/>
              <a:cs typeface="Times New Roman" panose="02020603050405020304" pitchFamily="18" charset="0"/>
            </a:endParaRPr>
          </a:p>
          <a:p>
            <a:pPr marL="0" indent="0" algn="just">
              <a:lnSpc>
                <a:spcPct val="20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8233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3C7A-FF18-1625-85A1-CAEF710F18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ED25C-50E4-95D3-9190-FCB4156475A4}"/>
              </a:ext>
            </a:extLst>
          </p:cNvPr>
          <p:cNvSpPr>
            <a:spLocks noGrp="1"/>
          </p:cNvSpPr>
          <p:nvPr>
            <p:ph idx="1"/>
          </p:nvPr>
        </p:nvSpPr>
        <p:spPr>
          <a:xfrm>
            <a:off x="343382" y="1431825"/>
            <a:ext cx="11505235" cy="5061050"/>
          </a:xfrm>
        </p:spPr>
        <p:txBody>
          <a:bodyPr>
            <a:normAutofit/>
          </a:bodyPr>
          <a:lstStyle/>
          <a:p>
            <a:pPr marL="0" indent="0" algn="just">
              <a:lnSpc>
                <a:spcPct val="170000"/>
              </a:lnSpc>
              <a:buNone/>
            </a:pPr>
            <a:r>
              <a:rPr lang="en-IN" sz="4400" b="1" dirty="0">
                <a:latin typeface="Times New Roman" panose="02020603050405020304" pitchFamily="18" charset="0"/>
                <a:cs typeface="Times New Roman" panose="02020603050405020304" pitchFamily="18" charset="0"/>
              </a:rPr>
              <a:t>Market Research steps.</a:t>
            </a:r>
          </a:p>
          <a:p>
            <a:pPr marL="0" indent="0" algn="just">
              <a:buNone/>
            </a:pPr>
            <a:r>
              <a:rPr lang="en-IN" b="1" dirty="0">
                <a:latin typeface="Times New Roman" panose="02020603050405020304" pitchFamily="18" charset="0"/>
                <a:cs typeface="Times New Roman" panose="02020603050405020304" pitchFamily="18" charset="0"/>
              </a:rPr>
              <a:t>Primary vs. Secondary Research</a:t>
            </a:r>
          </a:p>
          <a:p>
            <a:pPr algn="just">
              <a:lnSpc>
                <a:spcPct val="150000"/>
              </a:lnSpc>
            </a:pPr>
            <a:r>
              <a:rPr lang="en-IN" b="1" cap="none" dirty="0">
                <a:latin typeface="Times New Roman" panose="02020603050405020304" pitchFamily="18" charset="0"/>
                <a:cs typeface="Times New Roman" panose="02020603050405020304" pitchFamily="18" charset="0"/>
              </a:rPr>
              <a:t>Primary Research </a:t>
            </a:r>
            <a:r>
              <a:rPr lang="en-IN" b="1" dirty="0">
                <a:latin typeface="Times New Roman" panose="02020603050405020304" pitchFamily="18" charset="0"/>
                <a:cs typeface="Times New Roman" panose="02020603050405020304" pitchFamily="18" charset="0"/>
              </a:rPr>
              <a:t>(Exploratory/Conclusive)</a:t>
            </a:r>
            <a:r>
              <a:rPr lang="en-IN"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Data collected directly by you for your specific project. Offers high control and specific insights, but requires significant time and financial investment.</a:t>
            </a:r>
          </a:p>
          <a:p>
            <a:pPr algn="just">
              <a:lnSpc>
                <a:spcPct val="150000"/>
              </a:lnSpc>
            </a:pPr>
            <a:r>
              <a:rPr lang="en-IN" b="1" cap="none" dirty="0">
                <a:latin typeface="Times New Roman" panose="02020603050405020304" pitchFamily="18" charset="0"/>
                <a:cs typeface="Times New Roman" panose="02020603050405020304" pitchFamily="18" charset="0"/>
              </a:rPr>
              <a:t>Secondary Research </a:t>
            </a:r>
            <a:r>
              <a:rPr lang="en-IN" b="1" dirty="0">
                <a:latin typeface="Times New Roman" panose="02020603050405020304" pitchFamily="18" charset="0"/>
                <a:cs typeface="Times New Roman" panose="02020603050405020304" pitchFamily="18" charset="0"/>
              </a:rPr>
              <a:t>(Desk Research)</a:t>
            </a:r>
            <a:r>
              <a:rPr lang="en-IN"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Gathering data that already exists from external publications. Highly cost-effective and fast to acquire, but may be outdated or lack specificity to your exact niche.</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just">
              <a:lnSpc>
                <a:spcPct val="200000"/>
              </a:lnSpc>
              <a:buNone/>
            </a:pPr>
            <a:endParaRPr lang="en-IN" sz="16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C2451C27-31F4-F334-2E3C-54CBBDB4E359}"/>
              </a:ext>
            </a:extLst>
          </p:cNvPr>
          <p:cNvSpPr txBox="1">
            <a:spLocks/>
          </p:cNvSpPr>
          <p:nvPr/>
        </p:nvSpPr>
        <p:spPr>
          <a:xfrm>
            <a:off x="932727"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Overview of Market Research Process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958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A9FA2-634D-D804-67AA-46CE498AA97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6CECDC1-A7E6-605B-68D5-E86A895B7E0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Emerging Marketing Trends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230329-B417-5C1F-BE25-BB4B7B5C3DA4}"/>
              </a:ext>
            </a:extLst>
          </p:cNvPr>
          <p:cNvSpPr>
            <a:spLocks noGrp="1"/>
          </p:cNvSpPr>
          <p:nvPr>
            <p:ph idx="1"/>
          </p:nvPr>
        </p:nvSpPr>
        <p:spPr>
          <a:xfrm>
            <a:off x="343382" y="1701801"/>
            <a:ext cx="11505235" cy="4208279"/>
          </a:xfrm>
        </p:spPr>
        <p:txBody>
          <a:bodyPr>
            <a:normAutofit/>
          </a:bodyPr>
          <a:lstStyle/>
          <a:p>
            <a:pPr marL="0" indent="0" algn="just">
              <a:lnSpc>
                <a:spcPct val="170000"/>
              </a:lnSpc>
              <a:buNone/>
            </a:pPr>
            <a:r>
              <a:rPr lang="en-IN" sz="3100" b="1" dirty="0">
                <a:latin typeface="Times New Roman" panose="02020603050405020304" pitchFamily="18" charset="0"/>
                <a:cs typeface="Times New Roman" panose="02020603050405020304" pitchFamily="18" charset="0"/>
              </a:rPr>
              <a:t>Digital transformation in marketing</a:t>
            </a:r>
            <a:r>
              <a:rPr lang="en-IN" sz="3100" dirty="0">
                <a:latin typeface="Times New Roman" panose="02020603050405020304" pitchFamily="18" charset="0"/>
                <a:cs typeface="Times New Roman" panose="02020603050405020304" pitchFamily="18" charset="0"/>
              </a:rPr>
              <a:t> </a:t>
            </a:r>
          </a:p>
          <a:p>
            <a:pPr marL="0" indent="0" algn="just">
              <a:lnSpc>
                <a:spcPct val="300000"/>
              </a:lnSpc>
              <a:buNone/>
            </a:pPr>
            <a:r>
              <a:rPr lang="en-IN" cap="none" dirty="0">
                <a:latin typeface="Times New Roman" panose="02020603050405020304" pitchFamily="18" charset="0"/>
                <a:cs typeface="Times New Roman" panose="02020603050405020304" pitchFamily="18" charset="0"/>
              </a:rPr>
              <a:t>Involves integrating digital technologies across business operations to fundamentally alter how companies deliver value to customers. In 2026, this evolution shifts focus from simple tool adoption to hyper-automation, predictive personalization, and immersive brand experiences.</a:t>
            </a:r>
          </a:p>
          <a:p>
            <a:pPr marL="0" indent="0" algn="just">
              <a:lnSpc>
                <a:spcPct val="20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7955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D5931-FC69-F154-1B48-1E2EA9B3DE6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FA6716A-0796-5497-212D-3E4184C944A1}"/>
              </a:ext>
            </a:extLst>
          </p:cNvPr>
          <p:cNvSpPr>
            <a:spLocks noGrp="1"/>
          </p:cNvSpPr>
          <p:nvPr>
            <p:ph type="title"/>
          </p:nvPr>
        </p:nvSpPr>
        <p:spPr>
          <a:xfrm>
            <a:off x="838200" y="353550"/>
            <a:ext cx="10515600" cy="1325563"/>
          </a:xfrm>
        </p:spPr>
        <p:txBody>
          <a:bodyPr/>
          <a:lstStyle/>
          <a:p>
            <a:r>
              <a:rPr lang="en-US" b="1" dirty="0">
                <a:latin typeface="Times New Roman" panose="02020603050405020304" pitchFamily="18" charset="0"/>
                <a:cs typeface="Times New Roman" panose="02020603050405020304" pitchFamily="18" charset="0"/>
              </a:rPr>
              <a:t>Emerging Marketing Trends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3E07BA-AB8C-A456-03BE-4076D1D487B8}"/>
              </a:ext>
            </a:extLst>
          </p:cNvPr>
          <p:cNvSpPr>
            <a:spLocks noGrp="1"/>
          </p:cNvSpPr>
          <p:nvPr>
            <p:ph idx="1"/>
          </p:nvPr>
        </p:nvSpPr>
        <p:spPr>
          <a:xfrm>
            <a:off x="343382" y="1817225"/>
            <a:ext cx="11505235" cy="4675650"/>
          </a:xfrm>
        </p:spPr>
        <p:txBody>
          <a:bodyPr>
            <a:normAutofit/>
          </a:bodyPr>
          <a:lstStyle/>
          <a:p>
            <a:pPr marL="0" indent="0" algn="just">
              <a:lnSpc>
                <a:spcPct val="170000"/>
              </a:lnSpc>
              <a:buNone/>
            </a:pPr>
            <a:endParaRPr lang="en-IN" dirty="0">
              <a:latin typeface="Times New Roman" panose="02020603050405020304" pitchFamily="18" charset="0"/>
              <a:cs typeface="Times New Roman" panose="02020603050405020304" pitchFamily="18" charset="0"/>
            </a:endParaRPr>
          </a:p>
          <a:p>
            <a:pPr marL="0" indent="0" algn="just">
              <a:lnSpc>
                <a:spcPct val="170000"/>
              </a:lnSpc>
              <a:buNone/>
            </a:pPr>
            <a:r>
              <a:rPr lang="en-IN" b="1" cap="none" dirty="0">
                <a:latin typeface="Times New Roman" panose="02020603050405020304" pitchFamily="18" charset="0"/>
                <a:cs typeface="Times New Roman" panose="02020603050405020304" pitchFamily="18" charset="0"/>
              </a:rPr>
              <a:t>Green Marketing:</a:t>
            </a:r>
          </a:p>
          <a:p>
            <a:pPr marL="0" indent="0" algn="just">
              <a:lnSpc>
                <a:spcPct val="170000"/>
              </a:lnSpc>
              <a:buNone/>
            </a:pPr>
            <a:r>
              <a:rPr lang="en-IN" cap="none" dirty="0">
                <a:latin typeface="Times New Roman" panose="02020603050405020304" pitchFamily="18" charset="0"/>
                <a:cs typeface="Times New Roman" panose="02020603050405020304" pitchFamily="18" charset="0"/>
              </a:rPr>
              <a:t>Is the practice of developing, pricing, distributing, and promoting products and services that have a minimal negative impact on the environment.</a:t>
            </a:r>
            <a:endParaRPr lang="en-IN" dirty="0">
              <a:latin typeface="Times New Roman" panose="02020603050405020304" pitchFamily="18" charset="0"/>
              <a:cs typeface="Times New Roman" panose="02020603050405020304" pitchFamily="18" charset="0"/>
            </a:endParaRPr>
          </a:p>
          <a:p>
            <a:pPr marL="0" indent="0" algn="just">
              <a:lnSpc>
                <a:spcPct val="170000"/>
              </a:lnSpc>
              <a:buNone/>
            </a:pPr>
            <a:r>
              <a:rPr lang="en-IN" cap="none" dirty="0">
                <a:latin typeface="Times New Roman" panose="02020603050405020304" pitchFamily="18" charset="0"/>
                <a:cs typeface="Times New Roman" panose="02020603050405020304" pitchFamily="18" charset="0"/>
              </a:rPr>
              <a:t>In 2026, it has shifted from a niche differentiator into a baseline consumer expectation, heavily driven by climate awareness, corporate transparency, and strict regulations against greenwashing.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380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2D38C-9C29-3C6A-3E18-C9483C383E2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Emerging Marketing Trends</a:t>
            </a:r>
            <a:endParaRPr lang="en-IN" dirty="0"/>
          </a:p>
        </p:txBody>
      </p:sp>
      <p:pic>
        <p:nvPicPr>
          <p:cNvPr id="5" name="Content Placeholder 4">
            <a:extLst>
              <a:ext uri="{FF2B5EF4-FFF2-40B4-BE49-F238E27FC236}">
                <a16:creationId xmlns:a16="http://schemas.microsoft.com/office/drawing/2014/main" id="{3592B994-7A9D-856D-3452-5251AB442BB3}"/>
              </a:ext>
            </a:extLst>
          </p:cNvPr>
          <p:cNvPicPr>
            <a:picLocks noGrp="1" noChangeAspect="1"/>
          </p:cNvPicPr>
          <p:nvPr>
            <p:ph idx="1"/>
          </p:nvPr>
        </p:nvPicPr>
        <p:blipFill>
          <a:blip r:embed="rId2"/>
          <a:stretch>
            <a:fillRect/>
          </a:stretch>
        </p:blipFill>
        <p:spPr>
          <a:xfrm>
            <a:off x="486138" y="2062162"/>
            <a:ext cx="11111696" cy="4639579"/>
          </a:xfrm>
          <a:prstGeom prst="rect">
            <a:avLst/>
          </a:prstGeom>
        </p:spPr>
      </p:pic>
    </p:spTree>
    <p:extLst>
      <p:ext uri="{BB962C8B-B14F-4D97-AF65-F5344CB8AC3E}">
        <p14:creationId xmlns:p14="http://schemas.microsoft.com/office/powerpoint/2010/main" val="20600496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E338C-2B12-5C31-0396-0DFD9A82B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25385-1BA0-C704-2915-244D44A5512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Emerging Marketing Trends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974916-64D4-88AC-629E-0DEC516A2A0B}"/>
              </a:ext>
            </a:extLst>
          </p:cNvPr>
          <p:cNvSpPr>
            <a:spLocks noGrp="1"/>
          </p:cNvSpPr>
          <p:nvPr>
            <p:ph idx="1"/>
          </p:nvPr>
        </p:nvSpPr>
        <p:spPr>
          <a:xfrm>
            <a:off x="343382" y="1817224"/>
            <a:ext cx="11505235" cy="4490455"/>
          </a:xfrm>
        </p:spPr>
        <p:txBody>
          <a:bodyPr>
            <a:normAutofit/>
          </a:bodyPr>
          <a:lstStyle/>
          <a:p>
            <a:pPr marL="0" indent="0" algn="just">
              <a:lnSpc>
                <a:spcPct val="170000"/>
              </a:lnSpc>
              <a:buNone/>
            </a:pPr>
            <a:r>
              <a:rPr lang="en-IN" sz="3200" b="1" dirty="0">
                <a:latin typeface="Times New Roman" panose="02020603050405020304" pitchFamily="18" charset="0"/>
                <a:cs typeface="Times New Roman" panose="02020603050405020304" pitchFamily="18" charset="0"/>
              </a:rPr>
              <a:t>Green marketing</a:t>
            </a:r>
            <a:r>
              <a:rPr lang="en-IN" sz="3200" dirty="0">
                <a:latin typeface="Times New Roman" panose="02020603050405020304" pitchFamily="18" charset="0"/>
                <a:cs typeface="Times New Roman" panose="02020603050405020304" pitchFamily="18" charset="0"/>
              </a:rPr>
              <a:t> </a:t>
            </a:r>
          </a:p>
          <a:p>
            <a:pPr lvl="0" algn="just"/>
            <a:r>
              <a:rPr lang="en-IN" b="1" cap="none" dirty="0">
                <a:latin typeface="Times New Roman" panose="02020603050405020304" pitchFamily="18" charset="0"/>
                <a:cs typeface="Times New Roman" panose="02020603050405020304" pitchFamily="18" charset="0"/>
              </a:rPr>
              <a:t>Eco-friendly Product Design</a:t>
            </a:r>
            <a:r>
              <a:rPr lang="en-IN"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Using sustainably sourced raw materials, biodegradable ingredients, or energy-efficient technology during production.</a:t>
            </a:r>
            <a:endParaRPr lang="en-IN" dirty="0">
              <a:latin typeface="Times New Roman" panose="02020603050405020304" pitchFamily="18" charset="0"/>
              <a:cs typeface="Times New Roman" panose="02020603050405020304" pitchFamily="18" charset="0"/>
            </a:endParaRPr>
          </a:p>
          <a:p>
            <a:pPr lvl="0" algn="just"/>
            <a:r>
              <a:rPr lang="en-IN" b="1" cap="none" dirty="0">
                <a:latin typeface="Times New Roman" panose="02020603050405020304" pitchFamily="18" charset="0"/>
                <a:cs typeface="Times New Roman" panose="02020603050405020304" pitchFamily="18" charset="0"/>
              </a:rPr>
              <a:t>Sustainable Packaging</a:t>
            </a:r>
            <a:r>
              <a:rPr lang="en-IN"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Swapping single-use plastics for compostable, recycled, ocean-bound, or minimalist packaging formats.</a:t>
            </a:r>
            <a:endParaRPr lang="en-IN" dirty="0">
              <a:latin typeface="Times New Roman" panose="02020603050405020304" pitchFamily="18" charset="0"/>
              <a:cs typeface="Times New Roman" panose="02020603050405020304" pitchFamily="18" charset="0"/>
            </a:endParaRPr>
          </a:p>
          <a:p>
            <a:pPr lvl="0" algn="just"/>
            <a:r>
              <a:rPr lang="en-IN" b="1" cap="none" dirty="0">
                <a:latin typeface="Times New Roman" panose="02020603050405020304" pitchFamily="18" charset="0"/>
                <a:cs typeface="Times New Roman" panose="02020603050405020304" pitchFamily="18" charset="0"/>
              </a:rPr>
              <a:t>Green Logistics</a:t>
            </a:r>
            <a:r>
              <a:rPr lang="en-IN"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Optimizing supply chains to reduce carbon footprints via localized sourcing, electric vehicle fleets, or carbon-offset shipping options.</a:t>
            </a:r>
          </a:p>
          <a:p>
            <a:pPr lvl="0" algn="just"/>
            <a:r>
              <a:rPr lang="en-IN" b="1" cap="none" dirty="0">
                <a:latin typeface="Times New Roman" panose="02020603050405020304" pitchFamily="18" charset="0"/>
                <a:cs typeface="Times New Roman" panose="02020603050405020304" pitchFamily="18" charset="0"/>
              </a:rPr>
              <a:t>Transparent Communication</a:t>
            </a:r>
            <a:r>
              <a:rPr lang="en-IN"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Providing verifiable proof of environmental claims, such as third-party certifications (</a:t>
            </a:r>
            <a:r>
              <a:rPr lang="en-IN" cap="none" dirty="0" err="1">
                <a:latin typeface="Times New Roman" panose="02020603050405020304" pitchFamily="18" charset="0"/>
                <a:cs typeface="Times New Roman" panose="02020603050405020304" pitchFamily="18" charset="0"/>
              </a:rPr>
              <a:t>Eg.</a:t>
            </a:r>
            <a:r>
              <a:rPr lang="en-IN" cap="none" dirty="0">
                <a:latin typeface="Times New Roman" panose="02020603050405020304" pitchFamily="18" charset="0"/>
                <a:cs typeface="Times New Roman" panose="02020603050405020304" pitchFamily="18" charset="0"/>
              </a:rPr>
              <a:t>, B </a:t>
            </a:r>
            <a:r>
              <a:rPr lang="en-IN" cap="none" dirty="0" err="1">
                <a:latin typeface="Times New Roman" panose="02020603050405020304" pitchFamily="18" charset="0"/>
                <a:cs typeface="Times New Roman" panose="02020603050405020304" pitchFamily="18" charset="0"/>
              </a:rPr>
              <a:t>corp</a:t>
            </a:r>
            <a:r>
              <a:rPr lang="en-IN" cap="none" dirty="0">
                <a:latin typeface="Times New Roman" panose="02020603050405020304" pitchFamily="18" charset="0"/>
                <a:cs typeface="Times New Roman" panose="02020603050405020304" pitchFamily="18" charset="0"/>
              </a:rPr>
              <a:t>, fair trade, energy star).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38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4E80-F7E6-D02C-60DA-1D52C175B2C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5356A6A-347F-1D58-74A8-792EC1681213}"/>
              </a:ext>
            </a:extLst>
          </p:cNvPr>
          <p:cNvPicPr>
            <a:picLocks noGrp="1" noChangeAspect="1"/>
          </p:cNvPicPr>
          <p:nvPr>
            <p:ph idx="1"/>
          </p:nvPr>
        </p:nvPicPr>
        <p:blipFill>
          <a:blip r:embed="rId2"/>
          <a:stretch>
            <a:fillRect/>
          </a:stretch>
        </p:blipFill>
        <p:spPr>
          <a:xfrm>
            <a:off x="370390" y="345830"/>
            <a:ext cx="11470511" cy="6367486"/>
          </a:xfrm>
          <a:prstGeom prst="rect">
            <a:avLst/>
          </a:prstGeom>
        </p:spPr>
      </p:pic>
    </p:spTree>
    <p:extLst>
      <p:ext uri="{BB962C8B-B14F-4D97-AF65-F5344CB8AC3E}">
        <p14:creationId xmlns:p14="http://schemas.microsoft.com/office/powerpoint/2010/main" val="2026789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2C28C-98C2-54CB-1333-4E915CA894A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ED13DEE-3BEF-717E-E24A-8BF6F0328EB0}"/>
              </a:ext>
            </a:extLst>
          </p:cNvPr>
          <p:cNvPicPr>
            <a:picLocks noGrp="1" noChangeAspect="1"/>
          </p:cNvPicPr>
          <p:nvPr>
            <p:ph idx="1"/>
          </p:nvPr>
        </p:nvPicPr>
        <p:blipFill>
          <a:blip r:embed="rId2"/>
          <a:stretch>
            <a:fillRect/>
          </a:stretch>
        </p:blipFill>
        <p:spPr>
          <a:xfrm>
            <a:off x="506437" y="422030"/>
            <a:ext cx="11408898" cy="6091311"/>
          </a:xfrm>
          <a:prstGeom prst="rect">
            <a:avLst/>
          </a:prstGeom>
        </p:spPr>
      </p:pic>
    </p:spTree>
    <p:extLst>
      <p:ext uri="{BB962C8B-B14F-4D97-AF65-F5344CB8AC3E}">
        <p14:creationId xmlns:p14="http://schemas.microsoft.com/office/powerpoint/2010/main" val="36792572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7940A-C9F6-BD80-2203-81292B95E6F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2D7EA8D-02DD-317D-9B5F-ED3FFA00EF98}"/>
              </a:ext>
            </a:extLst>
          </p:cNvPr>
          <p:cNvPicPr>
            <a:picLocks noGrp="1" noChangeAspect="1"/>
          </p:cNvPicPr>
          <p:nvPr>
            <p:ph idx="1"/>
          </p:nvPr>
        </p:nvPicPr>
        <p:blipFill>
          <a:blip r:embed="rId2"/>
          <a:stretch>
            <a:fillRect/>
          </a:stretch>
        </p:blipFill>
        <p:spPr>
          <a:xfrm>
            <a:off x="277792" y="231494"/>
            <a:ext cx="11505236" cy="6400800"/>
          </a:xfrm>
          <a:prstGeom prst="rect">
            <a:avLst/>
          </a:prstGeom>
        </p:spPr>
      </p:pic>
    </p:spTree>
    <p:extLst>
      <p:ext uri="{BB962C8B-B14F-4D97-AF65-F5344CB8AC3E}">
        <p14:creationId xmlns:p14="http://schemas.microsoft.com/office/powerpoint/2010/main" val="984158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3010-7888-931F-7027-85B9BE680781}"/>
              </a:ext>
            </a:extLst>
          </p:cNvPr>
          <p:cNvSpPr>
            <a:spLocks noGrp="1"/>
          </p:cNvSpPr>
          <p:nvPr>
            <p:ph type="title"/>
          </p:nvPr>
        </p:nvSpPr>
        <p:spPr/>
        <p:txBody>
          <a:bodyPr/>
          <a:lstStyle/>
          <a:p>
            <a:endParaRPr lang="en-IN"/>
          </a:p>
        </p:txBody>
      </p:sp>
      <p:pic>
        <p:nvPicPr>
          <p:cNvPr id="7" name="Picture 6">
            <a:extLst>
              <a:ext uri="{FF2B5EF4-FFF2-40B4-BE49-F238E27FC236}">
                <a16:creationId xmlns:a16="http://schemas.microsoft.com/office/drawing/2014/main" id="{9A116D3D-7944-B71D-EDF1-8A708F378D28}"/>
              </a:ext>
            </a:extLst>
          </p:cNvPr>
          <p:cNvPicPr>
            <a:picLocks noChangeAspect="1"/>
          </p:cNvPicPr>
          <p:nvPr/>
        </p:nvPicPr>
        <p:blipFill>
          <a:blip r:embed="rId2"/>
          <a:stretch>
            <a:fillRect/>
          </a:stretch>
        </p:blipFill>
        <p:spPr>
          <a:xfrm>
            <a:off x="709914" y="891251"/>
            <a:ext cx="10772172" cy="2928373"/>
          </a:xfrm>
          <a:prstGeom prst="rect">
            <a:avLst/>
          </a:prstGeom>
        </p:spPr>
      </p:pic>
      <p:pic>
        <p:nvPicPr>
          <p:cNvPr id="16" name="Picture 15">
            <a:extLst>
              <a:ext uri="{FF2B5EF4-FFF2-40B4-BE49-F238E27FC236}">
                <a16:creationId xmlns:a16="http://schemas.microsoft.com/office/drawing/2014/main" id="{8A9E60D0-4140-9693-F8E8-C5B44A52472B}"/>
              </a:ext>
            </a:extLst>
          </p:cNvPr>
          <p:cNvPicPr>
            <a:picLocks noChangeAspect="1"/>
          </p:cNvPicPr>
          <p:nvPr/>
        </p:nvPicPr>
        <p:blipFill>
          <a:blip r:embed="rId3"/>
          <a:stretch>
            <a:fillRect/>
          </a:stretch>
        </p:blipFill>
        <p:spPr>
          <a:xfrm>
            <a:off x="709914" y="3819625"/>
            <a:ext cx="10772172" cy="2448044"/>
          </a:xfrm>
          <a:prstGeom prst="rect">
            <a:avLst/>
          </a:prstGeom>
        </p:spPr>
      </p:pic>
    </p:spTree>
    <p:extLst>
      <p:ext uri="{BB962C8B-B14F-4D97-AF65-F5344CB8AC3E}">
        <p14:creationId xmlns:p14="http://schemas.microsoft.com/office/powerpoint/2010/main" val="11319552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0FDD-F23B-28C3-CDFC-180D4B5C957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9B725DE-A20D-8A58-F86D-65730CA94B96}"/>
              </a:ext>
            </a:extLst>
          </p:cNvPr>
          <p:cNvPicPr>
            <a:picLocks noGrp="1" noChangeAspect="1"/>
          </p:cNvPicPr>
          <p:nvPr>
            <p:ph idx="1"/>
          </p:nvPr>
        </p:nvPicPr>
        <p:blipFill>
          <a:blip r:embed="rId2"/>
          <a:stretch>
            <a:fillRect/>
          </a:stretch>
        </p:blipFill>
        <p:spPr>
          <a:xfrm>
            <a:off x="439838" y="324092"/>
            <a:ext cx="11320040" cy="6342926"/>
          </a:xfrm>
          <a:prstGeom prst="rect">
            <a:avLst/>
          </a:prstGeom>
        </p:spPr>
      </p:pic>
    </p:spTree>
    <p:extLst>
      <p:ext uri="{BB962C8B-B14F-4D97-AF65-F5344CB8AC3E}">
        <p14:creationId xmlns:p14="http://schemas.microsoft.com/office/powerpoint/2010/main" val="295998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DFD68-15B5-18F2-1032-50BF3DEA58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55D2752-DD22-B590-F099-1AC8D60C4BEC}"/>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F077393B-508C-C5C5-3F22-F32E78D2BBD5}"/>
              </a:ext>
            </a:extLst>
          </p:cNvPr>
          <p:cNvPicPr>
            <a:picLocks noChangeAspect="1"/>
          </p:cNvPicPr>
          <p:nvPr/>
        </p:nvPicPr>
        <p:blipFill>
          <a:blip r:embed="rId2"/>
          <a:stretch>
            <a:fillRect/>
          </a:stretch>
        </p:blipFill>
        <p:spPr>
          <a:xfrm>
            <a:off x="324092" y="282131"/>
            <a:ext cx="4988688" cy="6141818"/>
          </a:xfrm>
          <a:prstGeom prst="rect">
            <a:avLst/>
          </a:prstGeom>
        </p:spPr>
      </p:pic>
      <p:pic>
        <p:nvPicPr>
          <p:cNvPr id="7" name="Picture 6">
            <a:extLst>
              <a:ext uri="{FF2B5EF4-FFF2-40B4-BE49-F238E27FC236}">
                <a16:creationId xmlns:a16="http://schemas.microsoft.com/office/drawing/2014/main" id="{A1EF29E4-45E1-A550-FA6E-624FF4756122}"/>
              </a:ext>
            </a:extLst>
          </p:cNvPr>
          <p:cNvPicPr>
            <a:picLocks noChangeAspect="1"/>
          </p:cNvPicPr>
          <p:nvPr/>
        </p:nvPicPr>
        <p:blipFill>
          <a:blip r:embed="rId3"/>
          <a:stretch>
            <a:fillRect/>
          </a:stretch>
        </p:blipFill>
        <p:spPr>
          <a:xfrm>
            <a:off x="5312780" y="282131"/>
            <a:ext cx="6678592" cy="6141818"/>
          </a:xfrm>
          <a:prstGeom prst="rect">
            <a:avLst/>
          </a:prstGeom>
        </p:spPr>
      </p:pic>
    </p:spTree>
    <p:extLst>
      <p:ext uri="{BB962C8B-B14F-4D97-AF65-F5344CB8AC3E}">
        <p14:creationId xmlns:p14="http://schemas.microsoft.com/office/powerpoint/2010/main" val="1162046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418A-83F0-F25D-BF6F-F2CF8D40605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53B4413-44B7-146E-75A8-C8A6E02ECEA5}"/>
              </a:ext>
            </a:extLst>
          </p:cNvPr>
          <p:cNvPicPr>
            <a:picLocks noGrp="1" noChangeAspect="1"/>
          </p:cNvPicPr>
          <p:nvPr>
            <p:ph idx="1"/>
          </p:nvPr>
        </p:nvPicPr>
        <p:blipFill>
          <a:blip r:embed="rId2"/>
          <a:stretch>
            <a:fillRect/>
          </a:stretch>
        </p:blipFill>
        <p:spPr>
          <a:xfrm>
            <a:off x="682906" y="486137"/>
            <a:ext cx="11053823" cy="6227179"/>
          </a:xfrm>
          <a:prstGeom prst="rect">
            <a:avLst/>
          </a:prstGeom>
        </p:spPr>
      </p:pic>
    </p:spTree>
    <p:extLst>
      <p:ext uri="{BB962C8B-B14F-4D97-AF65-F5344CB8AC3E}">
        <p14:creationId xmlns:p14="http://schemas.microsoft.com/office/powerpoint/2010/main" val="12639950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12EE4-18E4-A40B-FEBE-38C97A775A1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82C6C87-E609-2183-C94F-96A32F7595F7}"/>
              </a:ext>
            </a:extLst>
          </p:cNvPr>
          <p:cNvPicPr>
            <a:picLocks noGrp="1" noChangeAspect="1"/>
          </p:cNvPicPr>
          <p:nvPr>
            <p:ph idx="1"/>
          </p:nvPr>
        </p:nvPicPr>
        <p:blipFill>
          <a:blip r:embed="rId2"/>
          <a:stretch>
            <a:fillRect/>
          </a:stretch>
        </p:blipFill>
        <p:spPr>
          <a:xfrm>
            <a:off x="239151" y="365760"/>
            <a:ext cx="11788726" cy="6330461"/>
          </a:xfrm>
          <a:prstGeom prst="rect">
            <a:avLst/>
          </a:prstGeom>
        </p:spPr>
      </p:pic>
    </p:spTree>
    <p:extLst>
      <p:ext uri="{BB962C8B-B14F-4D97-AF65-F5344CB8AC3E}">
        <p14:creationId xmlns:p14="http://schemas.microsoft.com/office/powerpoint/2010/main" val="3003780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46C23-EFAB-5B99-E5A4-C5B44CA0871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ABAABBA-6617-84F8-2C22-F2FF8F9BFAFB}"/>
              </a:ext>
            </a:extLst>
          </p:cNvPr>
          <p:cNvPicPr>
            <a:picLocks noGrp="1" noChangeAspect="1"/>
          </p:cNvPicPr>
          <p:nvPr>
            <p:ph idx="1"/>
          </p:nvPr>
        </p:nvPicPr>
        <p:blipFill>
          <a:blip r:embed="rId2"/>
          <a:stretch>
            <a:fillRect/>
          </a:stretch>
        </p:blipFill>
        <p:spPr>
          <a:xfrm>
            <a:off x="474562" y="358815"/>
            <a:ext cx="11482086" cy="6366075"/>
          </a:xfrm>
          <a:prstGeom prst="rect">
            <a:avLst/>
          </a:prstGeom>
        </p:spPr>
      </p:pic>
    </p:spTree>
    <p:extLst>
      <p:ext uri="{BB962C8B-B14F-4D97-AF65-F5344CB8AC3E}">
        <p14:creationId xmlns:p14="http://schemas.microsoft.com/office/powerpoint/2010/main" val="162853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89B0-9616-D4C6-DA3B-C30D3F02A4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8A183D-DB9B-5508-0DD4-15810FCAF31E}"/>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041B4799-C490-4C72-833A-FC641E0EAD56}"/>
              </a:ext>
            </a:extLst>
          </p:cNvPr>
          <p:cNvPicPr>
            <a:picLocks noChangeAspect="1"/>
          </p:cNvPicPr>
          <p:nvPr/>
        </p:nvPicPr>
        <p:blipFill>
          <a:blip r:embed="rId2"/>
          <a:stretch>
            <a:fillRect/>
          </a:stretch>
        </p:blipFill>
        <p:spPr>
          <a:xfrm>
            <a:off x="682906" y="428263"/>
            <a:ext cx="10776031" cy="6030410"/>
          </a:xfrm>
          <a:prstGeom prst="rect">
            <a:avLst/>
          </a:prstGeom>
        </p:spPr>
      </p:pic>
    </p:spTree>
    <p:extLst>
      <p:ext uri="{BB962C8B-B14F-4D97-AF65-F5344CB8AC3E}">
        <p14:creationId xmlns:p14="http://schemas.microsoft.com/office/powerpoint/2010/main" val="4057745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BB740-408F-6251-23B5-ADD92474253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302EB36-2AF3-F51E-5909-578468828F37}"/>
              </a:ext>
            </a:extLst>
          </p:cNvPr>
          <p:cNvPicPr>
            <a:picLocks noGrp="1" noChangeAspect="1"/>
          </p:cNvPicPr>
          <p:nvPr>
            <p:ph idx="1"/>
          </p:nvPr>
        </p:nvPicPr>
        <p:blipFill>
          <a:blip r:embed="rId2"/>
          <a:stretch>
            <a:fillRect/>
          </a:stretch>
        </p:blipFill>
        <p:spPr>
          <a:xfrm>
            <a:off x="266218" y="405114"/>
            <a:ext cx="11424212" cy="6331352"/>
          </a:xfrm>
          <a:prstGeom prst="rect">
            <a:avLst/>
          </a:prstGeom>
        </p:spPr>
      </p:pic>
    </p:spTree>
    <p:extLst>
      <p:ext uri="{BB962C8B-B14F-4D97-AF65-F5344CB8AC3E}">
        <p14:creationId xmlns:p14="http://schemas.microsoft.com/office/powerpoint/2010/main" val="757487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29E2C-28E0-8F31-72B7-2CBCF2BC953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F158141-76D0-73FA-D358-98F35A5ADC0E}"/>
              </a:ext>
            </a:extLst>
          </p:cNvPr>
          <p:cNvPicPr>
            <a:picLocks noGrp="1" noChangeAspect="1"/>
          </p:cNvPicPr>
          <p:nvPr>
            <p:ph idx="1"/>
          </p:nvPr>
        </p:nvPicPr>
        <p:blipFill>
          <a:blip r:embed="rId2"/>
          <a:stretch>
            <a:fillRect/>
          </a:stretch>
        </p:blipFill>
        <p:spPr>
          <a:xfrm>
            <a:off x="555584" y="405114"/>
            <a:ext cx="11227443" cy="6227179"/>
          </a:xfrm>
          <a:prstGeom prst="rect">
            <a:avLst/>
          </a:prstGeom>
        </p:spPr>
      </p:pic>
    </p:spTree>
    <p:extLst>
      <p:ext uri="{BB962C8B-B14F-4D97-AF65-F5344CB8AC3E}">
        <p14:creationId xmlns:p14="http://schemas.microsoft.com/office/powerpoint/2010/main" val="32984394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61605-3F9A-488F-C73A-0D7291E1F09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3ACFE05-251A-7AF0-5874-18C934B46246}"/>
              </a:ext>
            </a:extLst>
          </p:cNvPr>
          <p:cNvPicPr>
            <a:picLocks noGrp="1" noChangeAspect="1"/>
          </p:cNvPicPr>
          <p:nvPr>
            <p:ph idx="1"/>
          </p:nvPr>
        </p:nvPicPr>
        <p:blipFill>
          <a:blip r:embed="rId2"/>
          <a:stretch>
            <a:fillRect/>
          </a:stretch>
        </p:blipFill>
        <p:spPr>
          <a:xfrm>
            <a:off x="555586" y="428264"/>
            <a:ext cx="11239018" cy="6146156"/>
          </a:xfrm>
          <a:prstGeom prst="rect">
            <a:avLst/>
          </a:prstGeom>
        </p:spPr>
      </p:pic>
    </p:spTree>
    <p:extLst>
      <p:ext uri="{BB962C8B-B14F-4D97-AF65-F5344CB8AC3E}">
        <p14:creationId xmlns:p14="http://schemas.microsoft.com/office/powerpoint/2010/main" val="1240383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A8B63-4539-8CB4-B1FD-F6F8F4BF4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9FE53-5F19-7C38-D990-DC7EEFE5FA1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Emerging Marketing Trends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1A89CF8-1739-4536-7255-FB8EB5B1277E}"/>
              </a:ext>
            </a:extLst>
          </p:cNvPr>
          <p:cNvSpPr>
            <a:spLocks noGrp="1"/>
          </p:cNvSpPr>
          <p:nvPr>
            <p:ph idx="1"/>
          </p:nvPr>
        </p:nvSpPr>
        <p:spPr>
          <a:xfrm>
            <a:off x="435979" y="1701801"/>
            <a:ext cx="11505235" cy="4883672"/>
          </a:xfrm>
        </p:spPr>
        <p:txBody>
          <a:bodyPr>
            <a:normAutofit/>
          </a:bodyPr>
          <a:lstStyle/>
          <a:p>
            <a:pPr marL="0" indent="0" algn="just">
              <a:lnSpc>
                <a:spcPct val="200000"/>
              </a:lnSpc>
              <a:buNone/>
            </a:pPr>
            <a:r>
              <a:rPr lang="en-IN" b="1" cap="none" dirty="0">
                <a:latin typeface="Times New Roman" panose="02020603050405020304" pitchFamily="18" charset="0"/>
                <a:cs typeface="Times New Roman" panose="02020603050405020304" pitchFamily="18" charset="0"/>
              </a:rPr>
              <a:t>Relationship Building In Marketing</a:t>
            </a:r>
          </a:p>
          <a:p>
            <a:pPr marL="0" indent="0" algn="just">
              <a:lnSpc>
                <a:spcPct val="250000"/>
              </a:lnSpc>
              <a:buNone/>
            </a:pPr>
            <a:r>
              <a:rPr lang="en-IN" cap="none" dirty="0">
                <a:latin typeface="Times New Roman" panose="02020603050405020304" pitchFamily="18" charset="0"/>
                <a:cs typeface="Times New Roman" panose="02020603050405020304" pitchFamily="18" charset="0"/>
              </a:rPr>
              <a:t>Often called relationship marketing—shifts the strategic focus from individual, one-time sales transactions to securing long-term customer loyalty and advocacy. It costs significantly less to retain an existing customer than to acquire a new one, making deep customer relationships a primary driver of sustainable business profitability.</a:t>
            </a:r>
          </a:p>
        </p:txBody>
      </p:sp>
    </p:spTree>
    <p:extLst>
      <p:ext uri="{BB962C8B-B14F-4D97-AF65-F5344CB8AC3E}">
        <p14:creationId xmlns:p14="http://schemas.microsoft.com/office/powerpoint/2010/main" val="16807848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159" y="493367"/>
            <a:ext cx="10567687" cy="796950"/>
          </a:xfrm>
        </p:spPr>
        <p:txBody>
          <a:bodyPr>
            <a:normAutofit/>
          </a:bodyPr>
          <a:lstStyle/>
          <a:p>
            <a:r>
              <a:rPr lang="en-US" cap="none" dirty="0">
                <a:latin typeface="Times New Roman" panose="02020603050405020304" pitchFamily="18" charset="0"/>
                <a:cs typeface="Times New Roman" panose="02020603050405020304" pitchFamily="18" charset="0"/>
              </a:rPr>
              <a:t>Transactional Vs. Relational Marketing</a:t>
            </a:r>
          </a:p>
        </p:txBody>
      </p:sp>
      <p:pic>
        <p:nvPicPr>
          <p:cNvPr id="35842" name="Picture 2" descr="Image result for transactional vs relationship orientation"/>
          <p:cNvPicPr>
            <a:picLocks noChangeAspect="1" noChangeArrowheads="1"/>
          </p:cNvPicPr>
          <p:nvPr/>
        </p:nvPicPr>
        <p:blipFill>
          <a:blip r:embed="rId2"/>
          <a:srcRect l="3762" t="21712" r="7210" b="13152"/>
          <a:stretch>
            <a:fillRect/>
          </a:stretch>
        </p:blipFill>
        <p:spPr bwMode="auto">
          <a:xfrm>
            <a:off x="908613" y="2388931"/>
            <a:ext cx="10133635" cy="4162340"/>
          </a:xfrm>
          <a:prstGeom prst="rect">
            <a:avLst/>
          </a:prstGeom>
          <a:noFill/>
        </p:spPr>
      </p:pic>
      <p:sp>
        <p:nvSpPr>
          <p:cNvPr id="10" name="Rectangle 9"/>
          <p:cNvSpPr/>
          <p:nvPr/>
        </p:nvSpPr>
        <p:spPr>
          <a:xfrm>
            <a:off x="908613" y="1290317"/>
            <a:ext cx="10374773" cy="971292"/>
          </a:xfrm>
          <a:prstGeom prst="rect">
            <a:avLst/>
          </a:prstGeom>
        </p:spPr>
        <p:txBody>
          <a:bodyPr wrap="square">
            <a:spAutoFit/>
          </a:bodyPr>
          <a:lstStyle/>
          <a:p>
            <a:pPr>
              <a:lnSpc>
                <a:spcPct val="150000"/>
              </a:lnSpc>
            </a:pPr>
            <a:r>
              <a:rPr lang="en-US" sz="2000" dirty="0"/>
              <a:t>The transactional approach views the customer solely as a vehicle for sales, while relationship marketing establishes a relationship with the person behind the sale.</a:t>
            </a:r>
          </a:p>
        </p:txBody>
      </p:sp>
    </p:spTree>
    <p:extLst>
      <p:ext uri="{BB962C8B-B14F-4D97-AF65-F5344CB8AC3E}">
        <p14:creationId xmlns:p14="http://schemas.microsoft.com/office/powerpoint/2010/main" val="25853673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700CE-FF52-72AD-DEAD-92779AC6615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2AECCA-EF5C-F57D-4298-A5DB4C7132A7}"/>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045748786"/>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Archway</Template>
  <TotalTime>210</TotalTime>
  <Words>1780</Words>
  <Application>Microsoft Office PowerPoint</Application>
  <PresentationFormat>Widescreen</PresentationFormat>
  <Paragraphs>131</Paragraphs>
  <Slides>51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Berlin Sans FB</vt:lpstr>
      <vt:lpstr>Felix Titling</vt:lpstr>
      <vt:lpstr>Goudy Old Style</vt:lpstr>
      <vt:lpstr>Times New Roman</vt:lpstr>
      <vt:lpstr>Archway</vt:lpstr>
      <vt:lpstr>Principles of Marketing </vt:lpstr>
      <vt:lpstr>Unit-I : Foundations of Marketing &amp; Environment Analysis</vt:lpstr>
      <vt:lpstr>Understanding Marketing</vt:lpstr>
      <vt:lpstr>Definition</vt:lpstr>
      <vt:lpstr>The Scope of Marketing</vt:lpstr>
      <vt:lpstr>PowerPoint Presentation</vt:lpstr>
      <vt:lpstr>Strategic Importance of Marketing</vt:lpstr>
      <vt:lpstr>Activity: Select any one industry and map out a specific consumer scenario using the given core concept of marketing, Need, want, demand, customer value, exchange, customer &amp; consumer, customer satisfaction, customer delight, customer loyalty</vt:lpstr>
      <vt:lpstr>PowerPoint Presentation</vt:lpstr>
      <vt:lpstr>PowerPoint Presentation</vt:lpstr>
      <vt:lpstr>Exchange / Transaction</vt:lpstr>
      <vt:lpstr>PowerPoint Presentation</vt:lpstr>
      <vt:lpstr>PowerPoint Presentation</vt:lpstr>
      <vt:lpstr>PowerPoint Presentation</vt:lpstr>
      <vt:lpstr>PowerPoint Presentation</vt:lpstr>
      <vt:lpstr>PowerPoint Presentation</vt:lpstr>
      <vt:lpstr>Origin of the Concept</vt:lpstr>
      <vt:lpstr>Origin of the Concept</vt:lpstr>
      <vt:lpstr>Activity: Prepare the marketing plan for any two products </vt:lpstr>
      <vt:lpstr>PowerPoint Presentation</vt:lpstr>
      <vt:lpstr>PowerPoint Presentation</vt:lpstr>
      <vt:lpstr>Societal Marketing</vt:lpstr>
      <vt:lpstr>PowerPoint Presentation</vt:lpstr>
      <vt:lpstr>The Marketing Environment</vt:lpstr>
      <vt:lpstr>Need of marketing Environment</vt:lpstr>
      <vt:lpstr>Trends in macro and microenvironment</vt:lpstr>
      <vt:lpstr> Introduction to Marketing Analytics (Basic)</vt:lpstr>
      <vt:lpstr> Introduction to Marketing Analytics (Basic)</vt:lpstr>
      <vt:lpstr>Overview of Market Research Process</vt:lpstr>
      <vt:lpstr>Overview of Market Research Process</vt:lpstr>
      <vt:lpstr>PowerPoint Presentation</vt:lpstr>
      <vt:lpstr>Emerging Marketing Trends</vt:lpstr>
      <vt:lpstr>Emerging Marketing Trends</vt:lpstr>
      <vt:lpstr>Emerging Marketing Trends</vt:lpstr>
      <vt:lpstr>Emerging Marketing Trends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Emerging Marketing Trends</vt:lpstr>
      <vt:lpstr>Transactional Vs. Relational Marketing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Shirke</dc:creator>
  <cp:lastModifiedBy>Deepak Shirke</cp:lastModifiedBy>
  <cp:revision>9</cp:revision>
  <dcterms:created xsi:type="dcterms:W3CDTF">2026-07-04T11:46:14Z</dcterms:created>
  <dcterms:modified xsi:type="dcterms:W3CDTF">2026-08-17T05:06:33Z</dcterms:modified>
</cp:coreProperties>
</file>