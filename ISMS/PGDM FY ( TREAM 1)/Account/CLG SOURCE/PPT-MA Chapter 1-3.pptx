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sldIdLst>
    <p:sldId id="256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3" autoAdjust="0"/>
    <p:restoredTop sz="94660"/>
  </p:normalViewPr>
  <p:slideViewPr>
    <p:cSldViewPr showGuides="1">
      <p:cViewPr>
        <p:scale>
          <a:sx n="89" d="100"/>
          <a:sy n="89" d="100"/>
        </p:scale>
        <p:origin x="1310" y="53"/>
      </p:cViewPr>
      <p:guideLst>
        <p:guide orient="horz" pos="214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B60F7C-343B-4B8B-A11E-F2D877A5E44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4310E5-0976-4737-9D03-0D13D520539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6505599"/>
            <a:ext cx="9152280" cy="3523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073"/>
            <a:ext cx="9108504" cy="6267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8374776" y="-6073"/>
            <a:ext cx="763856" cy="62676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251520" y="6488666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Zeal Group of Management Institutes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C4F00-B88E-4188-A076-81E1A86F9F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7AF9-CA2C-4D10-A07A-CFB321DFB96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678B9-5127-4C5E-82C2-AC6E353819A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5D9F3-AF00-4A19-865F-472616EF42A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brainkart.com/article/Journal-entries--Illustration-Problems-with-solution_34156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213461"/>
            <a:ext cx="8610600" cy="670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I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en-US" alt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Jeyaseeli is a sole proprietor having a provisions store. Following are the transactions during the month of January, 20</a:t>
            </a:r>
            <a:r>
              <a:rPr lang="en-US" alt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Journalise them.</a:t>
            </a:r>
            <a:endParaRPr lang="en-US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Jan.             Rs.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   Commenced business with cash   80,000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   Deposited cash with </a:t>
            </a:r>
            <a:r>
              <a:rPr lang="en-IN" sz="1600" b="0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 bank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40,000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   Purchased goods by paying cash                     5,000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   Purchased goods from Lipton &amp; Co. on credit                             10,000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   Sold goods to Joy and received cash               11,000                          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   Paid salaries by cash                    5,000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   Paid Lipton &amp; Co. by cheque for the purchases made on 4th Jan.       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   Bought furniture by cash                       4,000                   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   Paid electricity charges by cash                       1,000                   </a:t>
            </a:r>
            <a:endParaRPr lang="en-US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 Bank paid insurance premium on furniture as per standing instructions        300 </a:t>
            </a:r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IN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Solve</a:t>
            </a:r>
            <a:endParaRPr lang="en-US" altLang="en-IN" sz="2000" b="1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altLang="en-IN" sz="2000" b="1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Journalize the following transaction: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Paid X Rs.10000 in full settlement of the amount of rs.10500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2.Received Rs.5000 from Y and 7000 from Z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Received rs.7000 from A after allowing him discount of Rs.500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Paid wages Rs.2500,rent Rs.1500 and office expenses Rs.3000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 Running Business is purchased with the following assets and liabilities : Cash 5000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Machinery 11000,Furniture 3000, creditors 6000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1246</Words>
  <Application>WPS Presentation</Application>
  <PresentationFormat>On-screen Show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Calibri Light</vt:lpstr>
      <vt:lpstr>Office Theme</vt:lpstr>
      <vt:lpstr>1_Custom Design</vt:lpstr>
      <vt:lpstr>Custom Design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Priyanka</dc:creator>
  <cp:lastModifiedBy>SUBHRODIPTO BASU CHOUDHURY</cp:lastModifiedBy>
  <cp:revision>76</cp:revision>
  <dcterms:created xsi:type="dcterms:W3CDTF">2023-08-11T03:52:00Z</dcterms:created>
  <dcterms:modified xsi:type="dcterms:W3CDTF">2026-08-10T08:37:34Z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114C34E71FD74CCA863584628DF9211B_12</vt:lpwstr>
  </property>
</Properties>
</file>